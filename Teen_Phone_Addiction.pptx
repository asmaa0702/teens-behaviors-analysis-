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DM Sans Bold" charset="1" panose="00000000000000000000"/>
      <p:regular r:id="rId16"/>
    </p:embeddedFont>
    <p:embeddedFont>
      <p:font typeface="DM Sans" charset="1" panose="00000000000000000000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16" Target="../media/image27.png" Type="http://schemas.openxmlformats.org/officeDocument/2006/relationships/image"/><Relationship Id="rId17" Target="../media/image2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media/image1.png" Type="http://schemas.openxmlformats.org/officeDocument/2006/relationships/image"/><Relationship Id="rId20" Target="../media/image21.png" Type="http://schemas.openxmlformats.org/officeDocument/2006/relationships/image"/><Relationship Id="rId21" Target="../media/image22.svg" Type="http://schemas.openxmlformats.org/officeDocument/2006/relationships/image"/><Relationship Id="rId22" Target="../media/image23.png" Type="http://schemas.openxmlformats.org/officeDocument/2006/relationships/image"/><Relationship Id="rId23" Target="../media/image24.svg" Type="http://schemas.openxmlformats.org/officeDocument/2006/relationships/image"/><Relationship Id="rId24" Target="../media/image25.png" Type="http://schemas.openxmlformats.org/officeDocument/2006/relationships/image"/><Relationship Id="rId25" Target="../media/image26.svg" Type="http://schemas.openxmlformats.org/officeDocument/2006/relationships/image"/><Relationship Id="rId26" Target="../media/image27.png" Type="http://schemas.openxmlformats.org/officeDocument/2006/relationships/image"/><Relationship Id="rId27" Target="../media/image28.svg" Type="http://schemas.openxmlformats.org/officeDocument/2006/relationships/image"/><Relationship Id="rId28" Target="../media/image33.png" Type="http://schemas.openxmlformats.org/officeDocument/2006/relationships/image"/><Relationship Id="rId29" Target="../media/image34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29398" y="8614893"/>
            <a:ext cx="4899948" cy="3344214"/>
          </a:xfrm>
          <a:custGeom>
            <a:avLst/>
            <a:gdLst/>
            <a:ahLst/>
            <a:cxnLst/>
            <a:rect r="r" b="b" t="t" l="l"/>
            <a:pathLst>
              <a:path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30709" y="9258300"/>
            <a:ext cx="3059829" cy="751049"/>
          </a:xfrm>
          <a:custGeom>
            <a:avLst/>
            <a:gdLst/>
            <a:ahLst/>
            <a:cxnLst/>
            <a:rect r="r" b="b" t="t" l="l"/>
            <a:pathLst>
              <a:path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36705" y="6409875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6" y="0"/>
                </a:lnTo>
                <a:lnTo>
                  <a:pt x="724986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15205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686214" y="-2578193"/>
            <a:ext cx="4292424" cy="3870986"/>
          </a:xfrm>
          <a:custGeom>
            <a:avLst/>
            <a:gdLst/>
            <a:ahLst/>
            <a:cxnLst/>
            <a:rect r="r" b="b" t="t" l="l"/>
            <a:pathLst>
              <a:path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138935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7409323" y="-2700100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4747568">
            <a:off x="-2972342" y="3665317"/>
            <a:ext cx="4896097" cy="2735694"/>
          </a:xfrm>
          <a:custGeom>
            <a:avLst/>
            <a:gdLst/>
            <a:ahLst/>
            <a:cxnLst/>
            <a:rect r="r" b="b" t="t" l="l"/>
            <a:pathLst>
              <a:path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4831481" y="-1626507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7259300" y="2262342"/>
            <a:ext cx="3575541" cy="3575541"/>
          </a:xfrm>
          <a:custGeom>
            <a:avLst/>
            <a:gdLst/>
            <a:ahLst/>
            <a:cxnLst/>
            <a:rect r="r" b="b" t="t" l="l"/>
            <a:pathLst>
              <a:path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2570549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-5282649">
            <a:off x="16440369" y="6970869"/>
            <a:ext cx="3382987" cy="1154444"/>
          </a:xfrm>
          <a:custGeom>
            <a:avLst/>
            <a:gdLst/>
            <a:ahLst/>
            <a:cxnLst/>
            <a:rect r="r" b="b" t="t" l="l"/>
            <a:pathLst>
              <a:path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6978638" y="-642644"/>
            <a:ext cx="3104522" cy="3342688"/>
          </a:xfrm>
          <a:custGeom>
            <a:avLst/>
            <a:gdLst/>
            <a:ahLst/>
            <a:cxnLst/>
            <a:rect r="r" b="b" t="t" l="l"/>
            <a:pathLst>
              <a:path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3688802" y="2365018"/>
            <a:ext cx="10910396" cy="474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18"/>
              </a:lnSpc>
            </a:pPr>
            <a:r>
              <a:rPr lang="en-US" b="true" sz="1299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Teen behaviour analysis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14102" y="7449147"/>
            <a:ext cx="8459795" cy="57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1"/>
              </a:lnSpc>
            </a:pPr>
            <a:r>
              <a:rPr lang="en-US" b="true" sz="4381" spc="-8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By: Asmaa Mohamed Ali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737926" y="2576219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886757" y="5074942"/>
            <a:ext cx="20061513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5930165" y="4823914"/>
            <a:ext cx="502056" cy="50205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27066" y="4823914"/>
            <a:ext cx="502056" cy="5020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53627" y="4823914"/>
            <a:ext cx="502056" cy="50205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396139" y="4823914"/>
            <a:ext cx="502056" cy="50205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732501" y="2459889"/>
            <a:ext cx="8822997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730"/>
              </a:lnSpc>
              <a:spcBef>
                <a:spcPct val="0"/>
              </a:spcBef>
            </a:pPr>
            <a:r>
              <a:rPr lang="en-US" b="true" sz="9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Agenda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27066" y="5616041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48468" y="5616041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27066" y="6400266"/>
            <a:ext cx="2646492" cy="558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29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storytelling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75167" y="6331688"/>
            <a:ext cx="3162028" cy="114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explaining my data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71930" y="5616041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71930" y="6400266"/>
            <a:ext cx="2747991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my quistions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14442" y="5616041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14442" y="6400266"/>
            <a:ext cx="2646492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what I gained?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-1573240" y="8893298"/>
            <a:ext cx="4051334" cy="2765036"/>
          </a:xfrm>
          <a:custGeom>
            <a:avLst/>
            <a:gdLst/>
            <a:ahLst/>
            <a:cxnLst/>
            <a:rect r="r" b="b" t="t" l="l"/>
            <a:pathLst>
              <a:path h="2765036" w="4051334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262955" y="886458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-674156" y="-1322787"/>
            <a:ext cx="4224468" cy="2645573"/>
          </a:xfrm>
          <a:custGeom>
            <a:avLst/>
            <a:gdLst/>
            <a:ahLst/>
            <a:cxnLst/>
            <a:rect r="r" b="b" t="t" l="l"/>
            <a:pathLst>
              <a:path h="2645573" w="4224468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1101574" y="9560661"/>
            <a:ext cx="3169280" cy="2226419"/>
          </a:xfrm>
          <a:custGeom>
            <a:avLst/>
            <a:gdLst/>
            <a:ahLst/>
            <a:cxnLst/>
            <a:rect r="r" b="b" t="t" l="l"/>
            <a:pathLst>
              <a:path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9653627" y="-3037933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-5400000">
            <a:off x="4745771" y="-1877331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2932282" y="9271808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15262955" y="-1072630"/>
            <a:ext cx="1996345" cy="2149497"/>
          </a:xfrm>
          <a:custGeom>
            <a:avLst/>
            <a:gdLst/>
            <a:ahLst/>
            <a:cxnLst/>
            <a:rect r="r" b="b" t="t" l="l"/>
            <a:pathLst>
              <a:path h="2149497" w="1996345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94934" y="2091045"/>
            <a:ext cx="6264366" cy="6104909"/>
          </a:xfrm>
          <a:custGeom>
            <a:avLst/>
            <a:gdLst/>
            <a:ahLst/>
            <a:cxnLst/>
            <a:rect r="r" b="b" t="t" l="l"/>
            <a:pathLst>
              <a:path h="6104909" w="6264366">
                <a:moveTo>
                  <a:pt x="0" y="0"/>
                </a:moveTo>
                <a:lnTo>
                  <a:pt x="6264366" y="0"/>
                </a:lnTo>
                <a:lnTo>
                  <a:pt x="6264366" y="6104910"/>
                </a:lnTo>
                <a:lnTo>
                  <a:pt x="0" y="6104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04950" y="2898168"/>
            <a:ext cx="7848753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Storytelling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4334" y="4067175"/>
            <a:ext cx="9489984" cy="621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49"/>
              </a:lnSpc>
              <a:spcBef>
                <a:spcPct val="0"/>
              </a:spcBef>
            </a:pPr>
            <a:r>
              <a:rPr lang="en-US" sz="2999" spc="17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</a:t>
            </a:r>
            <a:r>
              <a:rPr lang="en-US" sz="2999" spc="179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day, I was sitting with my father, who is an educational psychologist. He provided me with some data and asked me to analyse it for him, as he needed it for a study.</a:t>
            </a:r>
          </a:p>
          <a:p>
            <a:pPr algn="l" marL="0" indent="0" lvl="0">
              <a:lnSpc>
                <a:spcPts val="404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049"/>
              </a:lnSpc>
              <a:spcBef>
                <a:spcPct val="0"/>
              </a:spcBef>
            </a:pPr>
            <a:r>
              <a:rPr lang="en-US" sz="2999" spc="179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He needed to study the behaviour of teenagers in different situations. </a:t>
            </a:r>
          </a:p>
          <a:p>
            <a:pPr algn="l" marL="0" indent="0" lvl="0">
              <a:lnSpc>
                <a:spcPts val="404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049"/>
              </a:lnSpc>
              <a:spcBef>
                <a:spcPct val="0"/>
              </a:spcBef>
            </a:pPr>
            <a:r>
              <a:rPr lang="en-US" sz="2999" spc="179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Even though he left me alone and didn't tell me what the problem was, I turned to him for every question I had.</a:t>
            </a:r>
          </a:p>
          <a:p>
            <a:pPr algn="l" marL="0" indent="0" lvl="0">
              <a:lnSpc>
                <a:spcPts val="269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699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353489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5003948" y="-1890601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-5282649">
            <a:off x="16004285" y="265374"/>
            <a:ext cx="4017207" cy="1370872"/>
          </a:xfrm>
          <a:custGeom>
            <a:avLst/>
            <a:gdLst/>
            <a:ahLst/>
            <a:cxnLst/>
            <a:rect r="r" b="b" t="t" l="l"/>
            <a:pathLst>
              <a:path h="1370872" w="4017207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72061" y="1025292"/>
            <a:ext cx="5587239" cy="2662922"/>
            <a:chOff x="0" y="0"/>
            <a:chExt cx="2065940" cy="9846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963859"/>
                  </a:lnTo>
                  <a:cubicBezTo>
                    <a:pt x="2065940" y="975338"/>
                    <a:pt x="2056635" y="984643"/>
                    <a:pt x="2045156" y="984643"/>
                  </a:cubicBezTo>
                  <a:lnTo>
                    <a:pt x="20785" y="984643"/>
                  </a:lnTo>
                  <a:cubicBezTo>
                    <a:pt x="9306" y="984643"/>
                    <a:pt x="0" y="975338"/>
                    <a:pt x="0" y="963859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8AB7E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672061" y="3808631"/>
            <a:ext cx="5587239" cy="2662922"/>
            <a:chOff x="0" y="0"/>
            <a:chExt cx="2065940" cy="9846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963859"/>
                  </a:lnTo>
                  <a:cubicBezTo>
                    <a:pt x="2065940" y="975338"/>
                    <a:pt x="2056635" y="984643"/>
                    <a:pt x="2045156" y="984643"/>
                  </a:cubicBezTo>
                  <a:lnTo>
                    <a:pt x="20785" y="984643"/>
                  </a:lnTo>
                  <a:cubicBezTo>
                    <a:pt x="9306" y="984643"/>
                    <a:pt x="0" y="975338"/>
                    <a:pt x="0" y="963859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8AB7E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672061" y="6595378"/>
            <a:ext cx="5587239" cy="2662922"/>
            <a:chOff x="0" y="0"/>
            <a:chExt cx="2065940" cy="9846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963859"/>
                  </a:lnTo>
                  <a:cubicBezTo>
                    <a:pt x="2065940" y="975338"/>
                    <a:pt x="2056635" y="984643"/>
                    <a:pt x="2045156" y="984643"/>
                  </a:cubicBezTo>
                  <a:lnTo>
                    <a:pt x="20785" y="984643"/>
                  </a:lnTo>
                  <a:cubicBezTo>
                    <a:pt x="9306" y="984643"/>
                    <a:pt x="0" y="975338"/>
                    <a:pt x="0" y="963859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8AB7E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65952" y="732808"/>
            <a:ext cx="5587239" cy="2834989"/>
            <a:chOff x="0" y="0"/>
            <a:chExt cx="2065940" cy="10482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65940" cy="1048267"/>
            </a:xfrm>
            <a:custGeom>
              <a:avLst/>
              <a:gdLst/>
              <a:ahLst/>
              <a:cxnLst/>
              <a:rect r="r" b="b" t="t" l="l"/>
              <a:pathLst>
                <a:path h="1048267" w="2065940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1027483"/>
                  </a:lnTo>
                  <a:cubicBezTo>
                    <a:pt x="2065940" y="1038962"/>
                    <a:pt x="2056635" y="1048267"/>
                    <a:pt x="2045156" y="1048267"/>
                  </a:cubicBezTo>
                  <a:lnTo>
                    <a:pt x="20785" y="1048267"/>
                  </a:lnTo>
                  <a:cubicBezTo>
                    <a:pt x="9306" y="1048267"/>
                    <a:pt x="0" y="1038962"/>
                    <a:pt x="0" y="1027483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8AB7E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65940" cy="1086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65952" y="3691622"/>
            <a:ext cx="5922054" cy="2783339"/>
            <a:chOff x="0" y="0"/>
            <a:chExt cx="2189742" cy="10291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89742" cy="1029169"/>
            </a:xfrm>
            <a:custGeom>
              <a:avLst/>
              <a:gdLst/>
              <a:ahLst/>
              <a:cxnLst/>
              <a:rect r="r" b="b" t="t" l="l"/>
              <a:pathLst>
                <a:path h="1029169" w="2189742">
                  <a:moveTo>
                    <a:pt x="19610" y="0"/>
                  </a:moveTo>
                  <a:lnTo>
                    <a:pt x="2170132" y="0"/>
                  </a:lnTo>
                  <a:cubicBezTo>
                    <a:pt x="2175333" y="0"/>
                    <a:pt x="2180321" y="2066"/>
                    <a:pt x="2183998" y="5744"/>
                  </a:cubicBezTo>
                  <a:cubicBezTo>
                    <a:pt x="2187676" y="9421"/>
                    <a:pt x="2189742" y="14409"/>
                    <a:pt x="2189742" y="19610"/>
                  </a:cubicBezTo>
                  <a:lnTo>
                    <a:pt x="2189742" y="1009559"/>
                  </a:lnTo>
                  <a:cubicBezTo>
                    <a:pt x="2189742" y="1014760"/>
                    <a:pt x="2187676" y="1019748"/>
                    <a:pt x="2183998" y="1023425"/>
                  </a:cubicBezTo>
                  <a:cubicBezTo>
                    <a:pt x="2180321" y="1027103"/>
                    <a:pt x="2175333" y="1029169"/>
                    <a:pt x="2170132" y="1029169"/>
                  </a:cubicBezTo>
                  <a:lnTo>
                    <a:pt x="19610" y="1029169"/>
                  </a:lnTo>
                  <a:cubicBezTo>
                    <a:pt x="14409" y="1029169"/>
                    <a:pt x="9421" y="1027103"/>
                    <a:pt x="5744" y="1023425"/>
                  </a:cubicBezTo>
                  <a:cubicBezTo>
                    <a:pt x="2066" y="1019748"/>
                    <a:pt x="0" y="1014760"/>
                    <a:pt x="0" y="1009559"/>
                  </a:cubicBezTo>
                  <a:lnTo>
                    <a:pt x="0" y="19610"/>
                  </a:lnTo>
                  <a:cubicBezTo>
                    <a:pt x="0" y="14409"/>
                    <a:pt x="2066" y="9421"/>
                    <a:pt x="5744" y="5744"/>
                  </a:cubicBezTo>
                  <a:cubicBezTo>
                    <a:pt x="9421" y="2066"/>
                    <a:pt x="14409" y="0"/>
                    <a:pt x="19610" y="0"/>
                  </a:cubicBezTo>
                  <a:close/>
                </a:path>
              </a:pathLst>
            </a:custGeom>
            <a:solidFill>
              <a:srgbClr val="8AB7E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89742" cy="1067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6598786"/>
            <a:ext cx="5587239" cy="2884152"/>
            <a:chOff x="0" y="0"/>
            <a:chExt cx="2065940" cy="10664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65940" cy="1066445"/>
            </a:xfrm>
            <a:custGeom>
              <a:avLst/>
              <a:gdLst/>
              <a:ahLst/>
              <a:cxnLst/>
              <a:rect r="r" b="b" t="t" l="l"/>
              <a:pathLst>
                <a:path h="1066445" w="2065940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1045661"/>
                  </a:lnTo>
                  <a:cubicBezTo>
                    <a:pt x="2065940" y="1057140"/>
                    <a:pt x="2056635" y="1066445"/>
                    <a:pt x="2045156" y="1066445"/>
                  </a:cubicBezTo>
                  <a:lnTo>
                    <a:pt x="20785" y="1066445"/>
                  </a:lnTo>
                  <a:cubicBezTo>
                    <a:pt x="9306" y="1066445"/>
                    <a:pt x="0" y="1057140"/>
                    <a:pt x="0" y="1045661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8AB7E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065940" cy="1104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7900054">
            <a:off x="7348622" y="2133028"/>
            <a:ext cx="1012981" cy="454921"/>
          </a:xfrm>
          <a:custGeom>
            <a:avLst/>
            <a:gdLst/>
            <a:ahLst/>
            <a:cxnLst/>
            <a:rect r="r" b="b" t="t" l="l"/>
            <a:pathLst>
              <a:path h="454921" w="101298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2700000">
            <a:off x="10017119" y="2144497"/>
            <a:ext cx="1012981" cy="454921"/>
          </a:xfrm>
          <a:custGeom>
            <a:avLst/>
            <a:gdLst/>
            <a:ahLst/>
            <a:cxnLst/>
            <a:rect r="r" b="b" t="t" l="l"/>
            <a:pathLst>
              <a:path h="454921" w="101298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3209977">
            <a:off x="9982257" y="7689589"/>
            <a:ext cx="1012981" cy="454921"/>
          </a:xfrm>
          <a:custGeom>
            <a:avLst/>
            <a:gdLst/>
            <a:ahLst/>
            <a:cxnLst/>
            <a:rect r="r" b="b" t="t" l="l"/>
            <a:pathLst>
              <a:path h="454921" w="1012981">
                <a:moveTo>
                  <a:pt x="0" y="0"/>
                </a:moveTo>
                <a:lnTo>
                  <a:pt x="1012981" y="0"/>
                </a:lnTo>
                <a:lnTo>
                  <a:pt x="1012981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7866361">
            <a:off x="7243302" y="7665457"/>
            <a:ext cx="1012981" cy="454921"/>
          </a:xfrm>
          <a:custGeom>
            <a:avLst/>
            <a:gdLst/>
            <a:ahLst/>
            <a:cxnLst/>
            <a:rect r="r" b="b" t="t" l="l"/>
            <a:pathLst>
              <a:path h="454921" w="101298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504363" y="714885"/>
            <a:ext cx="2615531" cy="278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</a:t>
            </a:r>
          </a:p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Name</a:t>
            </a:r>
          </a:p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Age</a:t>
            </a:r>
          </a:p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Gender</a:t>
            </a:r>
          </a:p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Location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615939" y="4299277"/>
            <a:ext cx="4751322" cy="9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150"/>
              </a:lnSpc>
              <a:spcBef>
                <a:spcPct val="0"/>
              </a:spcBef>
            </a:pPr>
            <a:r>
              <a:rPr lang="en-US" b="true" sz="737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My Data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362365" y="6150211"/>
            <a:ext cx="3563270" cy="406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2"/>
              </a:lnSpc>
            </a:pPr>
            <a:r>
              <a:rPr lang="en-US" sz="29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Exploring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85157" y="3886317"/>
            <a:ext cx="4283644" cy="231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725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School Grade</a:t>
            </a:r>
          </a:p>
          <a:p>
            <a:pPr algn="l" marL="539753" indent="-269876" lvl="1">
              <a:lnSpc>
                <a:spcPts val="3725"/>
              </a:lnSpc>
              <a:buFont typeface="Arial"/>
              <a:buChar char="•"/>
            </a:pPr>
            <a:r>
              <a:rPr lang="en-US" sz="25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Academic Performance</a:t>
            </a:r>
          </a:p>
          <a:p>
            <a:pPr algn="l" marL="539753" indent="-269876" lvl="1">
              <a:lnSpc>
                <a:spcPts val="3725"/>
              </a:lnSpc>
              <a:buFont typeface="Arial"/>
              <a:buChar char="•"/>
            </a:pPr>
            <a:r>
              <a:rPr lang="en-US" sz="25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Sleep_Hours</a:t>
            </a:r>
          </a:p>
          <a:p>
            <a:pPr algn="l" marL="539753" indent="-269876" lvl="1">
              <a:lnSpc>
                <a:spcPts val="3725"/>
              </a:lnSpc>
              <a:buFont typeface="Arial"/>
              <a:buChar char="•"/>
            </a:pPr>
            <a:r>
              <a:rPr lang="en-US" sz="25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Exercise_Hours</a:t>
            </a:r>
          </a:p>
          <a:p>
            <a:pPr algn="l" marL="539753" indent="-269876" lvl="1">
              <a:lnSpc>
                <a:spcPts val="3725"/>
              </a:lnSpc>
              <a:buFont typeface="Arial"/>
              <a:buChar char="•"/>
            </a:pPr>
            <a:r>
              <a:rPr lang="en-US" sz="25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Parental_Control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85157" y="6589261"/>
            <a:ext cx="4566472" cy="278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725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Daily_Usage_Hours</a:t>
            </a:r>
          </a:p>
          <a:p>
            <a:pPr algn="l" marL="539753" indent="-269876" lvl="1">
              <a:lnSpc>
                <a:spcPts val="3725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Phone_Us</a:t>
            </a:r>
            <a:r>
              <a:rPr lang="en-US" sz="25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age_Purpose</a:t>
            </a:r>
          </a:p>
          <a:p>
            <a:pPr algn="l" marL="539753" indent="-269876" lvl="1">
              <a:lnSpc>
                <a:spcPts val="3725"/>
              </a:lnSpc>
              <a:buFont typeface="Arial"/>
              <a:buChar char="•"/>
            </a:pPr>
            <a:r>
              <a:rPr lang="en-US" sz="25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Weekend_Usage_Hours</a:t>
            </a:r>
          </a:p>
          <a:p>
            <a:pPr algn="l" marL="539753" indent="-269876" lvl="1">
              <a:lnSpc>
                <a:spcPts val="3725"/>
              </a:lnSpc>
              <a:buFont typeface="Arial"/>
              <a:buChar char="•"/>
            </a:pPr>
            <a:r>
              <a:rPr lang="en-US" sz="25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Apps_Used_Daily</a:t>
            </a:r>
          </a:p>
          <a:p>
            <a:pPr algn="l" marL="539753" indent="-269876" lvl="1">
              <a:lnSpc>
                <a:spcPts val="3725"/>
              </a:lnSpc>
              <a:buFont typeface="Arial"/>
              <a:buChar char="•"/>
            </a:pPr>
            <a:r>
              <a:rPr lang="en-US" sz="25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Phone_Checks_Per_Day</a:t>
            </a:r>
          </a:p>
          <a:p>
            <a:pPr algn="l" marL="539753" indent="-269876" lvl="1">
              <a:lnSpc>
                <a:spcPts val="3725"/>
              </a:lnSpc>
              <a:buFont typeface="Arial"/>
              <a:buChar char="•"/>
            </a:pPr>
            <a:r>
              <a:rPr lang="en-US" sz="25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Screen_Time_Before_Bed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323859" y="1172720"/>
            <a:ext cx="4283644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Anxiety_Level</a:t>
            </a:r>
          </a:p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Depression_Level</a:t>
            </a:r>
          </a:p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Addiction_L</a:t>
            </a:r>
            <a:r>
              <a:rPr lang="en-US" sz="30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evel</a:t>
            </a:r>
          </a:p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Self-Esteem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956786" y="7019475"/>
            <a:ext cx="5017790" cy="1661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Time_on_Social_Media</a:t>
            </a:r>
          </a:p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Time_on_Gaming</a:t>
            </a:r>
          </a:p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Time_on_Education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014961" y="4490837"/>
            <a:ext cx="4878291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Family_Communication</a:t>
            </a:r>
          </a:p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Social_Interactions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27123" y="4048021"/>
            <a:ext cx="10534085" cy="210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50"/>
              </a:lnSpc>
            </a:pPr>
            <a:r>
              <a:rPr lang="en-US" b="true" sz="1623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Questions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329398" y="9017983"/>
            <a:ext cx="4899948" cy="3344214"/>
          </a:xfrm>
          <a:custGeom>
            <a:avLst/>
            <a:gdLst/>
            <a:ahLst/>
            <a:cxnLst/>
            <a:rect r="r" b="b" t="t" l="l"/>
            <a:pathLst>
              <a:path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47044" y="9882374"/>
            <a:ext cx="3296956" cy="809253"/>
          </a:xfrm>
          <a:custGeom>
            <a:avLst/>
            <a:gdLst/>
            <a:ahLst/>
            <a:cxnLst/>
            <a:rect r="r" b="b" t="t" l="l"/>
            <a:pathLst>
              <a:path h="809253" w="3296956">
                <a:moveTo>
                  <a:pt x="0" y="0"/>
                </a:moveTo>
                <a:lnTo>
                  <a:pt x="3296956" y="0"/>
                </a:lnTo>
                <a:lnTo>
                  <a:pt x="3296956" y="809252"/>
                </a:lnTo>
                <a:lnTo>
                  <a:pt x="0" y="8092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494772" y="9017983"/>
            <a:ext cx="4427843" cy="3481392"/>
          </a:xfrm>
          <a:custGeom>
            <a:avLst/>
            <a:gdLst/>
            <a:ahLst/>
            <a:cxnLst/>
            <a:rect r="r" b="b" t="t" l="l"/>
            <a:pathLst>
              <a:path h="3481392" w="4427843">
                <a:moveTo>
                  <a:pt x="0" y="0"/>
                </a:moveTo>
                <a:lnTo>
                  <a:pt x="4427843" y="0"/>
                </a:lnTo>
                <a:lnTo>
                  <a:pt x="4427843" y="3481391"/>
                </a:lnTo>
                <a:lnTo>
                  <a:pt x="0" y="34813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763398" y="-1534296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7" y="0"/>
                </a:lnTo>
                <a:lnTo>
                  <a:pt x="4899947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801533" y="-3053980"/>
            <a:ext cx="4292424" cy="3870986"/>
          </a:xfrm>
          <a:custGeom>
            <a:avLst/>
            <a:gdLst/>
            <a:ahLst/>
            <a:cxnLst/>
            <a:rect r="r" b="b" t="t" l="l"/>
            <a:pathLst>
              <a:path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138935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7495522" y="-3297794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4747568">
            <a:off x="-2972342" y="3665317"/>
            <a:ext cx="4896097" cy="2735694"/>
          </a:xfrm>
          <a:custGeom>
            <a:avLst/>
            <a:gdLst/>
            <a:ahLst/>
            <a:cxnLst/>
            <a:rect r="r" b="b" t="t" l="l"/>
            <a:pathLst>
              <a:path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4861154" y="-2102294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7494810" y="2371030"/>
            <a:ext cx="3575541" cy="3575541"/>
          </a:xfrm>
          <a:custGeom>
            <a:avLst/>
            <a:gdLst/>
            <a:ahLst/>
            <a:cxnLst/>
            <a:rect r="r" b="b" t="t" l="l"/>
            <a:pathLst>
              <a:path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2570549" y="949682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-5282649">
            <a:off x="16596506" y="6970869"/>
            <a:ext cx="3382987" cy="1154444"/>
          </a:xfrm>
          <a:custGeom>
            <a:avLst/>
            <a:gdLst/>
            <a:ahLst/>
            <a:cxnLst/>
            <a:rect r="r" b="b" t="t" l="l"/>
            <a:pathLst>
              <a:path h="1154444" w="3382987">
                <a:moveTo>
                  <a:pt x="0" y="0"/>
                </a:moveTo>
                <a:lnTo>
                  <a:pt x="3382988" y="0"/>
                </a:lnTo>
                <a:lnTo>
                  <a:pt x="3382988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7259300" y="-971659"/>
            <a:ext cx="3104522" cy="3342688"/>
          </a:xfrm>
          <a:custGeom>
            <a:avLst/>
            <a:gdLst/>
            <a:ahLst/>
            <a:cxnLst/>
            <a:rect r="r" b="b" t="t" l="l"/>
            <a:pathLst>
              <a:path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9"/>
                </a:lnTo>
                <a:lnTo>
                  <a:pt x="0" y="334268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-181772" y="2420973"/>
            <a:ext cx="6489307" cy="6189176"/>
          </a:xfrm>
          <a:custGeom>
            <a:avLst/>
            <a:gdLst/>
            <a:ahLst/>
            <a:cxnLst/>
            <a:rect r="r" b="b" t="t" l="l"/>
            <a:pathLst>
              <a:path h="6189176" w="6489307">
                <a:moveTo>
                  <a:pt x="0" y="0"/>
                </a:moveTo>
                <a:lnTo>
                  <a:pt x="6489307" y="0"/>
                </a:lnTo>
                <a:lnTo>
                  <a:pt x="6489307" y="6189177"/>
                </a:lnTo>
                <a:lnTo>
                  <a:pt x="0" y="6189177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12480" y="5326477"/>
            <a:ext cx="11660230" cy="2897270"/>
            <a:chOff x="0" y="0"/>
            <a:chExt cx="3903358" cy="9698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3358" cy="969885"/>
            </a:xfrm>
            <a:custGeom>
              <a:avLst/>
              <a:gdLst/>
              <a:ahLst/>
              <a:cxnLst/>
              <a:rect r="r" b="b" t="t" l="l"/>
              <a:pathLst>
                <a:path h="969885" w="3903358">
                  <a:moveTo>
                    <a:pt x="9959" y="0"/>
                  </a:moveTo>
                  <a:lnTo>
                    <a:pt x="3893398" y="0"/>
                  </a:lnTo>
                  <a:cubicBezTo>
                    <a:pt x="3898899" y="0"/>
                    <a:pt x="3903358" y="4459"/>
                    <a:pt x="3903358" y="9959"/>
                  </a:cubicBezTo>
                  <a:lnTo>
                    <a:pt x="3903358" y="959926"/>
                  </a:lnTo>
                  <a:cubicBezTo>
                    <a:pt x="3903358" y="965426"/>
                    <a:pt x="3898899" y="969885"/>
                    <a:pt x="3893398" y="969885"/>
                  </a:cubicBezTo>
                  <a:lnTo>
                    <a:pt x="9959" y="969885"/>
                  </a:lnTo>
                  <a:cubicBezTo>
                    <a:pt x="4459" y="969885"/>
                    <a:pt x="0" y="965426"/>
                    <a:pt x="0" y="959926"/>
                  </a:cubicBezTo>
                  <a:lnTo>
                    <a:pt x="0" y="9959"/>
                  </a:lnTo>
                  <a:cubicBezTo>
                    <a:pt x="0" y="4459"/>
                    <a:pt x="4459" y="0"/>
                    <a:pt x="9959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3903358" cy="884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848571" y="8919661"/>
            <a:ext cx="3870946" cy="950141"/>
          </a:xfrm>
          <a:custGeom>
            <a:avLst/>
            <a:gdLst/>
            <a:ahLst/>
            <a:cxnLst/>
            <a:rect r="r" b="b" t="t" l="l"/>
            <a:pathLst>
              <a:path h="950141" w="3870946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472906" y="-2364815"/>
            <a:ext cx="4980952" cy="3731186"/>
          </a:xfrm>
          <a:custGeom>
            <a:avLst/>
            <a:gdLst/>
            <a:ahLst/>
            <a:cxnLst/>
            <a:rect r="r" b="b" t="t" l="l"/>
            <a:pathLst>
              <a:path h="3731186" w="4980952">
                <a:moveTo>
                  <a:pt x="0" y="0"/>
                </a:moveTo>
                <a:lnTo>
                  <a:pt x="4980951" y="0"/>
                </a:lnTo>
                <a:lnTo>
                  <a:pt x="4980951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3431074" y="8919661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848571" y="-744412"/>
            <a:ext cx="2597326" cy="2796583"/>
          </a:xfrm>
          <a:custGeom>
            <a:avLst/>
            <a:gdLst/>
            <a:ahLst/>
            <a:cxnLst/>
            <a:rect r="r" b="b" t="t" l="l"/>
            <a:pathLst>
              <a:path h="2796583" w="2597326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2550643" y="2220331"/>
            <a:ext cx="12678877" cy="2648946"/>
            <a:chOff x="0" y="0"/>
            <a:chExt cx="2349492" cy="4908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49492" cy="490870"/>
            </a:xfrm>
            <a:custGeom>
              <a:avLst/>
              <a:gdLst/>
              <a:ahLst/>
              <a:cxnLst/>
              <a:rect r="r" b="b" t="t" l="l"/>
              <a:pathLst>
                <a:path h="490870" w="2349492">
                  <a:moveTo>
                    <a:pt x="20761" y="0"/>
                  </a:moveTo>
                  <a:lnTo>
                    <a:pt x="2328731" y="0"/>
                  </a:lnTo>
                  <a:cubicBezTo>
                    <a:pt x="2340197" y="0"/>
                    <a:pt x="2349492" y="9295"/>
                    <a:pt x="2349492" y="20761"/>
                  </a:cubicBezTo>
                  <a:lnTo>
                    <a:pt x="2349492" y="470109"/>
                  </a:lnTo>
                  <a:cubicBezTo>
                    <a:pt x="2349492" y="481575"/>
                    <a:pt x="2340197" y="490870"/>
                    <a:pt x="2328731" y="490870"/>
                  </a:cubicBezTo>
                  <a:lnTo>
                    <a:pt x="20761" y="490870"/>
                  </a:lnTo>
                  <a:cubicBezTo>
                    <a:pt x="9295" y="490870"/>
                    <a:pt x="0" y="481575"/>
                    <a:pt x="0" y="470109"/>
                  </a:cubicBezTo>
                  <a:lnTo>
                    <a:pt x="0" y="20761"/>
                  </a:lnTo>
                  <a:cubicBezTo>
                    <a:pt x="0" y="9295"/>
                    <a:pt x="9295" y="0"/>
                    <a:pt x="20761" y="0"/>
                  </a:cubicBezTo>
                  <a:close/>
                </a:path>
              </a:pathLst>
            </a:custGeom>
            <a:solidFill>
              <a:srgbClr val="8AB7E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349492" cy="528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598199" y="2273830"/>
            <a:ext cx="5659443" cy="751215"/>
            <a:chOff x="0" y="0"/>
            <a:chExt cx="1048738" cy="1392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8738" cy="139206"/>
            </a:xfrm>
            <a:custGeom>
              <a:avLst/>
              <a:gdLst/>
              <a:ahLst/>
              <a:cxnLst/>
              <a:rect r="r" b="b" t="t" l="l"/>
              <a:pathLst>
                <a:path h="139206" w="1048738">
                  <a:moveTo>
                    <a:pt x="23255" y="0"/>
                  </a:moveTo>
                  <a:lnTo>
                    <a:pt x="1025482" y="0"/>
                  </a:lnTo>
                  <a:cubicBezTo>
                    <a:pt x="1031650" y="0"/>
                    <a:pt x="1037565" y="2450"/>
                    <a:pt x="1041926" y="6811"/>
                  </a:cubicBezTo>
                  <a:cubicBezTo>
                    <a:pt x="1046287" y="11173"/>
                    <a:pt x="1048738" y="17088"/>
                    <a:pt x="1048738" y="23255"/>
                  </a:cubicBezTo>
                  <a:lnTo>
                    <a:pt x="1048738" y="115950"/>
                  </a:lnTo>
                  <a:cubicBezTo>
                    <a:pt x="1048738" y="122118"/>
                    <a:pt x="1046287" y="128033"/>
                    <a:pt x="1041926" y="132394"/>
                  </a:cubicBezTo>
                  <a:cubicBezTo>
                    <a:pt x="1037565" y="136756"/>
                    <a:pt x="1031650" y="139206"/>
                    <a:pt x="1025482" y="139206"/>
                  </a:cubicBezTo>
                  <a:lnTo>
                    <a:pt x="23255" y="139206"/>
                  </a:lnTo>
                  <a:cubicBezTo>
                    <a:pt x="17088" y="139206"/>
                    <a:pt x="11173" y="136756"/>
                    <a:pt x="6811" y="132394"/>
                  </a:cubicBezTo>
                  <a:cubicBezTo>
                    <a:pt x="2450" y="128033"/>
                    <a:pt x="0" y="122118"/>
                    <a:pt x="0" y="115950"/>
                  </a:cubicBezTo>
                  <a:lnTo>
                    <a:pt x="0" y="23255"/>
                  </a:lnTo>
                  <a:cubicBezTo>
                    <a:pt x="0" y="17088"/>
                    <a:pt x="2450" y="11173"/>
                    <a:pt x="6811" y="6811"/>
                  </a:cubicBezTo>
                  <a:cubicBezTo>
                    <a:pt x="11173" y="2450"/>
                    <a:pt x="17088" y="0"/>
                    <a:pt x="2325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48738" cy="17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370747" y="3025044"/>
            <a:ext cx="11552640" cy="1413236"/>
          </a:xfrm>
          <a:custGeom>
            <a:avLst/>
            <a:gdLst/>
            <a:ahLst/>
            <a:cxnLst/>
            <a:rect r="r" b="b" t="t" l="l"/>
            <a:pathLst>
              <a:path h="1413236" w="11552640">
                <a:moveTo>
                  <a:pt x="0" y="0"/>
                </a:moveTo>
                <a:lnTo>
                  <a:pt x="11552640" y="0"/>
                </a:lnTo>
                <a:lnTo>
                  <a:pt x="11552640" y="1413236"/>
                </a:lnTo>
                <a:lnTo>
                  <a:pt x="0" y="1413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278672" y="791492"/>
            <a:ext cx="2110509" cy="1223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9499" spc="-77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01.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57565" y="942975"/>
            <a:ext cx="13601735" cy="96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829"/>
              </a:lnSpc>
              <a:spcBef>
                <a:spcPct val="0"/>
              </a:spcBef>
            </a:pPr>
            <a:r>
              <a:rPr lang="en-US" b="true" sz="5799" spc="9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</a:t>
            </a:r>
            <a:r>
              <a:rPr lang="en-US" b="true" sz="5799" spc="92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an behaviors differ by gender?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63060" y="2468004"/>
            <a:ext cx="4200624" cy="36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2"/>
              </a:lnSpc>
            </a:pPr>
            <a:r>
              <a:rPr lang="en-US" sz="23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my visual: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912480" y="5326477"/>
            <a:ext cx="5659443" cy="751215"/>
            <a:chOff x="0" y="0"/>
            <a:chExt cx="1048738" cy="13920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8738" cy="139206"/>
            </a:xfrm>
            <a:custGeom>
              <a:avLst/>
              <a:gdLst/>
              <a:ahLst/>
              <a:cxnLst/>
              <a:rect r="r" b="b" t="t" l="l"/>
              <a:pathLst>
                <a:path h="139206" w="1048738">
                  <a:moveTo>
                    <a:pt x="23255" y="0"/>
                  </a:moveTo>
                  <a:lnTo>
                    <a:pt x="1025482" y="0"/>
                  </a:lnTo>
                  <a:cubicBezTo>
                    <a:pt x="1031650" y="0"/>
                    <a:pt x="1037565" y="2450"/>
                    <a:pt x="1041926" y="6811"/>
                  </a:cubicBezTo>
                  <a:cubicBezTo>
                    <a:pt x="1046287" y="11173"/>
                    <a:pt x="1048738" y="17088"/>
                    <a:pt x="1048738" y="23255"/>
                  </a:cubicBezTo>
                  <a:lnTo>
                    <a:pt x="1048738" y="115950"/>
                  </a:lnTo>
                  <a:cubicBezTo>
                    <a:pt x="1048738" y="122118"/>
                    <a:pt x="1046287" y="128033"/>
                    <a:pt x="1041926" y="132394"/>
                  </a:cubicBezTo>
                  <a:cubicBezTo>
                    <a:pt x="1037565" y="136756"/>
                    <a:pt x="1031650" y="139206"/>
                    <a:pt x="1025482" y="139206"/>
                  </a:cubicBezTo>
                  <a:lnTo>
                    <a:pt x="23255" y="139206"/>
                  </a:lnTo>
                  <a:cubicBezTo>
                    <a:pt x="17088" y="139206"/>
                    <a:pt x="11173" y="136756"/>
                    <a:pt x="6811" y="132394"/>
                  </a:cubicBezTo>
                  <a:cubicBezTo>
                    <a:pt x="2450" y="128033"/>
                    <a:pt x="0" y="122118"/>
                    <a:pt x="0" y="115950"/>
                  </a:cubicBezTo>
                  <a:lnTo>
                    <a:pt x="0" y="23255"/>
                  </a:lnTo>
                  <a:cubicBezTo>
                    <a:pt x="0" y="17088"/>
                    <a:pt x="2450" y="11173"/>
                    <a:pt x="6811" y="6811"/>
                  </a:cubicBezTo>
                  <a:cubicBezTo>
                    <a:pt x="11173" y="2450"/>
                    <a:pt x="17088" y="0"/>
                    <a:pt x="2325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48738" cy="17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022375" y="5520651"/>
            <a:ext cx="4200624" cy="36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2"/>
              </a:lnSpc>
            </a:pPr>
            <a:r>
              <a:rPr lang="en-US" sz="23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What do I gain?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912480" y="6477741"/>
            <a:ext cx="11660230" cy="51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There’s no big difference.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12480" y="5326477"/>
            <a:ext cx="11660230" cy="3065789"/>
            <a:chOff x="0" y="0"/>
            <a:chExt cx="3903358" cy="10262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3358" cy="1026298"/>
            </a:xfrm>
            <a:custGeom>
              <a:avLst/>
              <a:gdLst/>
              <a:ahLst/>
              <a:cxnLst/>
              <a:rect r="r" b="b" t="t" l="l"/>
              <a:pathLst>
                <a:path h="1026298" w="3903358">
                  <a:moveTo>
                    <a:pt x="9959" y="0"/>
                  </a:moveTo>
                  <a:lnTo>
                    <a:pt x="3893398" y="0"/>
                  </a:lnTo>
                  <a:cubicBezTo>
                    <a:pt x="3898899" y="0"/>
                    <a:pt x="3903358" y="4459"/>
                    <a:pt x="3903358" y="9959"/>
                  </a:cubicBezTo>
                  <a:lnTo>
                    <a:pt x="3903358" y="1016339"/>
                  </a:lnTo>
                  <a:cubicBezTo>
                    <a:pt x="3903358" y="1018980"/>
                    <a:pt x="3902309" y="1021513"/>
                    <a:pt x="3900441" y="1023381"/>
                  </a:cubicBezTo>
                  <a:cubicBezTo>
                    <a:pt x="3898573" y="1025249"/>
                    <a:pt x="3896040" y="1026298"/>
                    <a:pt x="3893398" y="1026298"/>
                  </a:cubicBezTo>
                  <a:lnTo>
                    <a:pt x="9959" y="1026298"/>
                  </a:lnTo>
                  <a:cubicBezTo>
                    <a:pt x="4459" y="1026298"/>
                    <a:pt x="0" y="1021839"/>
                    <a:pt x="0" y="1016339"/>
                  </a:cubicBezTo>
                  <a:lnTo>
                    <a:pt x="0" y="9959"/>
                  </a:lnTo>
                  <a:cubicBezTo>
                    <a:pt x="0" y="4459"/>
                    <a:pt x="4459" y="0"/>
                    <a:pt x="9959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3903358" cy="940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848571" y="8919661"/>
            <a:ext cx="3870946" cy="950141"/>
          </a:xfrm>
          <a:custGeom>
            <a:avLst/>
            <a:gdLst/>
            <a:ahLst/>
            <a:cxnLst/>
            <a:rect r="r" b="b" t="t" l="l"/>
            <a:pathLst>
              <a:path h="950141" w="3870946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472906" y="-2364815"/>
            <a:ext cx="4980952" cy="3731186"/>
          </a:xfrm>
          <a:custGeom>
            <a:avLst/>
            <a:gdLst/>
            <a:ahLst/>
            <a:cxnLst/>
            <a:rect r="r" b="b" t="t" l="l"/>
            <a:pathLst>
              <a:path h="3731186" w="4980952">
                <a:moveTo>
                  <a:pt x="0" y="0"/>
                </a:moveTo>
                <a:lnTo>
                  <a:pt x="4980951" y="0"/>
                </a:lnTo>
                <a:lnTo>
                  <a:pt x="4980951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3431074" y="8919661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848571" y="-744412"/>
            <a:ext cx="2597326" cy="2796583"/>
          </a:xfrm>
          <a:custGeom>
            <a:avLst/>
            <a:gdLst/>
            <a:ahLst/>
            <a:cxnLst/>
            <a:rect r="r" b="b" t="t" l="l"/>
            <a:pathLst>
              <a:path h="2796583" w="2597326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2550643" y="2220331"/>
            <a:ext cx="12678877" cy="2923169"/>
            <a:chOff x="0" y="0"/>
            <a:chExt cx="2349492" cy="5416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49492" cy="541685"/>
            </a:xfrm>
            <a:custGeom>
              <a:avLst/>
              <a:gdLst/>
              <a:ahLst/>
              <a:cxnLst/>
              <a:rect r="r" b="b" t="t" l="l"/>
              <a:pathLst>
                <a:path h="541685" w="2349492">
                  <a:moveTo>
                    <a:pt x="20761" y="0"/>
                  </a:moveTo>
                  <a:lnTo>
                    <a:pt x="2328731" y="0"/>
                  </a:lnTo>
                  <a:cubicBezTo>
                    <a:pt x="2340197" y="0"/>
                    <a:pt x="2349492" y="9295"/>
                    <a:pt x="2349492" y="20761"/>
                  </a:cubicBezTo>
                  <a:lnTo>
                    <a:pt x="2349492" y="520924"/>
                  </a:lnTo>
                  <a:cubicBezTo>
                    <a:pt x="2349492" y="532390"/>
                    <a:pt x="2340197" y="541685"/>
                    <a:pt x="2328731" y="541685"/>
                  </a:cubicBezTo>
                  <a:lnTo>
                    <a:pt x="20761" y="541685"/>
                  </a:lnTo>
                  <a:cubicBezTo>
                    <a:pt x="9295" y="541685"/>
                    <a:pt x="0" y="532390"/>
                    <a:pt x="0" y="520924"/>
                  </a:cubicBezTo>
                  <a:lnTo>
                    <a:pt x="0" y="20761"/>
                  </a:lnTo>
                  <a:cubicBezTo>
                    <a:pt x="0" y="9295"/>
                    <a:pt x="9295" y="0"/>
                    <a:pt x="20761" y="0"/>
                  </a:cubicBezTo>
                  <a:close/>
                </a:path>
              </a:pathLst>
            </a:custGeom>
            <a:solidFill>
              <a:srgbClr val="8AB7E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349492" cy="579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598199" y="2273830"/>
            <a:ext cx="5659443" cy="751215"/>
            <a:chOff x="0" y="0"/>
            <a:chExt cx="1048738" cy="1392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8738" cy="139206"/>
            </a:xfrm>
            <a:custGeom>
              <a:avLst/>
              <a:gdLst/>
              <a:ahLst/>
              <a:cxnLst/>
              <a:rect r="r" b="b" t="t" l="l"/>
              <a:pathLst>
                <a:path h="139206" w="1048738">
                  <a:moveTo>
                    <a:pt x="23255" y="0"/>
                  </a:moveTo>
                  <a:lnTo>
                    <a:pt x="1025482" y="0"/>
                  </a:lnTo>
                  <a:cubicBezTo>
                    <a:pt x="1031650" y="0"/>
                    <a:pt x="1037565" y="2450"/>
                    <a:pt x="1041926" y="6811"/>
                  </a:cubicBezTo>
                  <a:cubicBezTo>
                    <a:pt x="1046287" y="11173"/>
                    <a:pt x="1048738" y="17088"/>
                    <a:pt x="1048738" y="23255"/>
                  </a:cubicBezTo>
                  <a:lnTo>
                    <a:pt x="1048738" y="115950"/>
                  </a:lnTo>
                  <a:cubicBezTo>
                    <a:pt x="1048738" y="122118"/>
                    <a:pt x="1046287" y="128033"/>
                    <a:pt x="1041926" y="132394"/>
                  </a:cubicBezTo>
                  <a:cubicBezTo>
                    <a:pt x="1037565" y="136756"/>
                    <a:pt x="1031650" y="139206"/>
                    <a:pt x="1025482" y="139206"/>
                  </a:cubicBezTo>
                  <a:lnTo>
                    <a:pt x="23255" y="139206"/>
                  </a:lnTo>
                  <a:cubicBezTo>
                    <a:pt x="17088" y="139206"/>
                    <a:pt x="11173" y="136756"/>
                    <a:pt x="6811" y="132394"/>
                  </a:cubicBezTo>
                  <a:cubicBezTo>
                    <a:pt x="2450" y="128033"/>
                    <a:pt x="0" y="122118"/>
                    <a:pt x="0" y="115950"/>
                  </a:cubicBezTo>
                  <a:lnTo>
                    <a:pt x="0" y="23255"/>
                  </a:lnTo>
                  <a:cubicBezTo>
                    <a:pt x="0" y="17088"/>
                    <a:pt x="2450" y="11173"/>
                    <a:pt x="6811" y="6811"/>
                  </a:cubicBezTo>
                  <a:cubicBezTo>
                    <a:pt x="11173" y="2450"/>
                    <a:pt x="17088" y="0"/>
                    <a:pt x="2325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48738" cy="17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912480" y="5326477"/>
            <a:ext cx="5659443" cy="751215"/>
            <a:chOff x="0" y="0"/>
            <a:chExt cx="1048738" cy="1392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8738" cy="139206"/>
            </a:xfrm>
            <a:custGeom>
              <a:avLst/>
              <a:gdLst/>
              <a:ahLst/>
              <a:cxnLst/>
              <a:rect r="r" b="b" t="t" l="l"/>
              <a:pathLst>
                <a:path h="139206" w="1048738">
                  <a:moveTo>
                    <a:pt x="23255" y="0"/>
                  </a:moveTo>
                  <a:lnTo>
                    <a:pt x="1025482" y="0"/>
                  </a:lnTo>
                  <a:cubicBezTo>
                    <a:pt x="1031650" y="0"/>
                    <a:pt x="1037565" y="2450"/>
                    <a:pt x="1041926" y="6811"/>
                  </a:cubicBezTo>
                  <a:cubicBezTo>
                    <a:pt x="1046287" y="11173"/>
                    <a:pt x="1048738" y="17088"/>
                    <a:pt x="1048738" y="23255"/>
                  </a:cubicBezTo>
                  <a:lnTo>
                    <a:pt x="1048738" y="115950"/>
                  </a:lnTo>
                  <a:cubicBezTo>
                    <a:pt x="1048738" y="122118"/>
                    <a:pt x="1046287" y="128033"/>
                    <a:pt x="1041926" y="132394"/>
                  </a:cubicBezTo>
                  <a:cubicBezTo>
                    <a:pt x="1037565" y="136756"/>
                    <a:pt x="1031650" y="139206"/>
                    <a:pt x="1025482" y="139206"/>
                  </a:cubicBezTo>
                  <a:lnTo>
                    <a:pt x="23255" y="139206"/>
                  </a:lnTo>
                  <a:cubicBezTo>
                    <a:pt x="17088" y="139206"/>
                    <a:pt x="11173" y="136756"/>
                    <a:pt x="6811" y="132394"/>
                  </a:cubicBezTo>
                  <a:cubicBezTo>
                    <a:pt x="2450" y="128033"/>
                    <a:pt x="0" y="122118"/>
                    <a:pt x="0" y="115950"/>
                  </a:cubicBezTo>
                  <a:lnTo>
                    <a:pt x="0" y="23255"/>
                  </a:lnTo>
                  <a:cubicBezTo>
                    <a:pt x="0" y="17088"/>
                    <a:pt x="2450" y="11173"/>
                    <a:pt x="6811" y="6811"/>
                  </a:cubicBezTo>
                  <a:cubicBezTo>
                    <a:pt x="11173" y="2450"/>
                    <a:pt x="17088" y="0"/>
                    <a:pt x="2325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48738" cy="17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169022" y="3084046"/>
            <a:ext cx="11147147" cy="1956680"/>
          </a:xfrm>
          <a:custGeom>
            <a:avLst/>
            <a:gdLst/>
            <a:ahLst/>
            <a:cxnLst/>
            <a:rect r="r" b="b" t="t" l="l"/>
            <a:pathLst>
              <a:path h="1956680" w="11147147">
                <a:moveTo>
                  <a:pt x="0" y="0"/>
                </a:moveTo>
                <a:lnTo>
                  <a:pt x="11147147" y="0"/>
                </a:lnTo>
                <a:lnTo>
                  <a:pt x="11147147" y="1956681"/>
                </a:lnTo>
                <a:lnTo>
                  <a:pt x="0" y="195668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278672" y="791492"/>
            <a:ext cx="2110509" cy="1223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9499" spc="-77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02.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960654" y="885767"/>
            <a:ext cx="13470714" cy="1144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649"/>
              </a:lnSpc>
              <a:spcBef>
                <a:spcPct val="0"/>
              </a:spcBef>
            </a:pPr>
            <a:r>
              <a:rPr lang="en-US" b="true" sz="3444" spc="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Are</a:t>
            </a:r>
            <a:r>
              <a:rPr lang="en-US" b="true" sz="3444" spc="55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the average hours spent learning, playing, and using social media on the phone equivalent to the purpose?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963060" y="2468004"/>
            <a:ext cx="4200624" cy="36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2"/>
              </a:lnSpc>
            </a:pPr>
            <a:r>
              <a:rPr lang="en-US" sz="23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my visual: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22375" y="5520651"/>
            <a:ext cx="4200624" cy="36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2"/>
              </a:lnSpc>
            </a:pPr>
            <a:r>
              <a:rPr lang="en-US" sz="23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What do I gain?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963060" y="6277716"/>
            <a:ext cx="11660230" cy="211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Social media actually dominates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for all groups (approximately 2.4-2.5 hours).</a:t>
            </a:r>
          </a:p>
          <a:p>
            <a:pPr algn="ctr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Gaming comes in second (1.4-1.5 hours).</a:t>
            </a:r>
          </a:p>
          <a:p>
            <a:pPr algn="ctr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Education is almost the least needed (≈1 hour only).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12480" y="5326477"/>
            <a:ext cx="11660230" cy="2897270"/>
            <a:chOff x="0" y="0"/>
            <a:chExt cx="3903358" cy="9698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3358" cy="969885"/>
            </a:xfrm>
            <a:custGeom>
              <a:avLst/>
              <a:gdLst/>
              <a:ahLst/>
              <a:cxnLst/>
              <a:rect r="r" b="b" t="t" l="l"/>
              <a:pathLst>
                <a:path h="969885" w="3903358">
                  <a:moveTo>
                    <a:pt x="9959" y="0"/>
                  </a:moveTo>
                  <a:lnTo>
                    <a:pt x="3893398" y="0"/>
                  </a:lnTo>
                  <a:cubicBezTo>
                    <a:pt x="3898899" y="0"/>
                    <a:pt x="3903358" y="4459"/>
                    <a:pt x="3903358" y="9959"/>
                  </a:cubicBezTo>
                  <a:lnTo>
                    <a:pt x="3903358" y="959926"/>
                  </a:lnTo>
                  <a:cubicBezTo>
                    <a:pt x="3903358" y="965426"/>
                    <a:pt x="3898899" y="969885"/>
                    <a:pt x="3893398" y="969885"/>
                  </a:cubicBezTo>
                  <a:lnTo>
                    <a:pt x="9959" y="969885"/>
                  </a:lnTo>
                  <a:cubicBezTo>
                    <a:pt x="4459" y="969885"/>
                    <a:pt x="0" y="965426"/>
                    <a:pt x="0" y="959926"/>
                  </a:cubicBezTo>
                  <a:lnTo>
                    <a:pt x="0" y="9959"/>
                  </a:lnTo>
                  <a:cubicBezTo>
                    <a:pt x="0" y="4459"/>
                    <a:pt x="4459" y="0"/>
                    <a:pt x="9959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3903358" cy="884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848571" y="8919661"/>
            <a:ext cx="3870946" cy="950141"/>
          </a:xfrm>
          <a:custGeom>
            <a:avLst/>
            <a:gdLst/>
            <a:ahLst/>
            <a:cxnLst/>
            <a:rect r="r" b="b" t="t" l="l"/>
            <a:pathLst>
              <a:path h="950141" w="3870946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472906" y="-2364815"/>
            <a:ext cx="4980952" cy="3731186"/>
          </a:xfrm>
          <a:custGeom>
            <a:avLst/>
            <a:gdLst/>
            <a:ahLst/>
            <a:cxnLst/>
            <a:rect r="r" b="b" t="t" l="l"/>
            <a:pathLst>
              <a:path h="3731186" w="4980952">
                <a:moveTo>
                  <a:pt x="0" y="0"/>
                </a:moveTo>
                <a:lnTo>
                  <a:pt x="4980951" y="0"/>
                </a:lnTo>
                <a:lnTo>
                  <a:pt x="4980951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3431074" y="8919661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848571" y="-744412"/>
            <a:ext cx="2597326" cy="2796583"/>
          </a:xfrm>
          <a:custGeom>
            <a:avLst/>
            <a:gdLst/>
            <a:ahLst/>
            <a:cxnLst/>
            <a:rect r="r" b="b" t="t" l="l"/>
            <a:pathLst>
              <a:path h="2796583" w="2597326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2550643" y="2220331"/>
            <a:ext cx="12678877" cy="2923169"/>
            <a:chOff x="0" y="0"/>
            <a:chExt cx="2349492" cy="5416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49492" cy="541685"/>
            </a:xfrm>
            <a:custGeom>
              <a:avLst/>
              <a:gdLst/>
              <a:ahLst/>
              <a:cxnLst/>
              <a:rect r="r" b="b" t="t" l="l"/>
              <a:pathLst>
                <a:path h="541685" w="2349492">
                  <a:moveTo>
                    <a:pt x="20761" y="0"/>
                  </a:moveTo>
                  <a:lnTo>
                    <a:pt x="2328731" y="0"/>
                  </a:lnTo>
                  <a:cubicBezTo>
                    <a:pt x="2340197" y="0"/>
                    <a:pt x="2349492" y="9295"/>
                    <a:pt x="2349492" y="20761"/>
                  </a:cubicBezTo>
                  <a:lnTo>
                    <a:pt x="2349492" y="520924"/>
                  </a:lnTo>
                  <a:cubicBezTo>
                    <a:pt x="2349492" y="532390"/>
                    <a:pt x="2340197" y="541685"/>
                    <a:pt x="2328731" y="541685"/>
                  </a:cubicBezTo>
                  <a:lnTo>
                    <a:pt x="20761" y="541685"/>
                  </a:lnTo>
                  <a:cubicBezTo>
                    <a:pt x="9295" y="541685"/>
                    <a:pt x="0" y="532390"/>
                    <a:pt x="0" y="520924"/>
                  </a:cubicBezTo>
                  <a:lnTo>
                    <a:pt x="0" y="20761"/>
                  </a:lnTo>
                  <a:cubicBezTo>
                    <a:pt x="0" y="9295"/>
                    <a:pt x="9295" y="0"/>
                    <a:pt x="20761" y="0"/>
                  </a:cubicBezTo>
                  <a:close/>
                </a:path>
              </a:pathLst>
            </a:custGeom>
            <a:solidFill>
              <a:srgbClr val="8AB7E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349492" cy="579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598199" y="2273830"/>
            <a:ext cx="5659443" cy="751215"/>
            <a:chOff x="0" y="0"/>
            <a:chExt cx="1048738" cy="1392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8738" cy="139206"/>
            </a:xfrm>
            <a:custGeom>
              <a:avLst/>
              <a:gdLst/>
              <a:ahLst/>
              <a:cxnLst/>
              <a:rect r="r" b="b" t="t" l="l"/>
              <a:pathLst>
                <a:path h="139206" w="1048738">
                  <a:moveTo>
                    <a:pt x="23255" y="0"/>
                  </a:moveTo>
                  <a:lnTo>
                    <a:pt x="1025482" y="0"/>
                  </a:lnTo>
                  <a:cubicBezTo>
                    <a:pt x="1031650" y="0"/>
                    <a:pt x="1037565" y="2450"/>
                    <a:pt x="1041926" y="6811"/>
                  </a:cubicBezTo>
                  <a:cubicBezTo>
                    <a:pt x="1046287" y="11173"/>
                    <a:pt x="1048738" y="17088"/>
                    <a:pt x="1048738" y="23255"/>
                  </a:cubicBezTo>
                  <a:lnTo>
                    <a:pt x="1048738" y="115950"/>
                  </a:lnTo>
                  <a:cubicBezTo>
                    <a:pt x="1048738" y="122118"/>
                    <a:pt x="1046287" y="128033"/>
                    <a:pt x="1041926" y="132394"/>
                  </a:cubicBezTo>
                  <a:cubicBezTo>
                    <a:pt x="1037565" y="136756"/>
                    <a:pt x="1031650" y="139206"/>
                    <a:pt x="1025482" y="139206"/>
                  </a:cubicBezTo>
                  <a:lnTo>
                    <a:pt x="23255" y="139206"/>
                  </a:lnTo>
                  <a:cubicBezTo>
                    <a:pt x="17088" y="139206"/>
                    <a:pt x="11173" y="136756"/>
                    <a:pt x="6811" y="132394"/>
                  </a:cubicBezTo>
                  <a:cubicBezTo>
                    <a:pt x="2450" y="128033"/>
                    <a:pt x="0" y="122118"/>
                    <a:pt x="0" y="115950"/>
                  </a:cubicBezTo>
                  <a:lnTo>
                    <a:pt x="0" y="23255"/>
                  </a:lnTo>
                  <a:cubicBezTo>
                    <a:pt x="0" y="17088"/>
                    <a:pt x="2450" y="11173"/>
                    <a:pt x="6811" y="6811"/>
                  </a:cubicBezTo>
                  <a:cubicBezTo>
                    <a:pt x="11173" y="2450"/>
                    <a:pt x="17088" y="0"/>
                    <a:pt x="2325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48738" cy="17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912480" y="5326477"/>
            <a:ext cx="5659443" cy="751215"/>
            <a:chOff x="0" y="0"/>
            <a:chExt cx="1048738" cy="1392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8738" cy="139206"/>
            </a:xfrm>
            <a:custGeom>
              <a:avLst/>
              <a:gdLst/>
              <a:ahLst/>
              <a:cxnLst/>
              <a:rect r="r" b="b" t="t" l="l"/>
              <a:pathLst>
                <a:path h="139206" w="1048738">
                  <a:moveTo>
                    <a:pt x="23255" y="0"/>
                  </a:moveTo>
                  <a:lnTo>
                    <a:pt x="1025482" y="0"/>
                  </a:lnTo>
                  <a:cubicBezTo>
                    <a:pt x="1031650" y="0"/>
                    <a:pt x="1037565" y="2450"/>
                    <a:pt x="1041926" y="6811"/>
                  </a:cubicBezTo>
                  <a:cubicBezTo>
                    <a:pt x="1046287" y="11173"/>
                    <a:pt x="1048738" y="17088"/>
                    <a:pt x="1048738" y="23255"/>
                  </a:cubicBezTo>
                  <a:lnTo>
                    <a:pt x="1048738" y="115950"/>
                  </a:lnTo>
                  <a:cubicBezTo>
                    <a:pt x="1048738" y="122118"/>
                    <a:pt x="1046287" y="128033"/>
                    <a:pt x="1041926" y="132394"/>
                  </a:cubicBezTo>
                  <a:cubicBezTo>
                    <a:pt x="1037565" y="136756"/>
                    <a:pt x="1031650" y="139206"/>
                    <a:pt x="1025482" y="139206"/>
                  </a:cubicBezTo>
                  <a:lnTo>
                    <a:pt x="23255" y="139206"/>
                  </a:lnTo>
                  <a:cubicBezTo>
                    <a:pt x="17088" y="139206"/>
                    <a:pt x="11173" y="136756"/>
                    <a:pt x="6811" y="132394"/>
                  </a:cubicBezTo>
                  <a:cubicBezTo>
                    <a:pt x="2450" y="128033"/>
                    <a:pt x="0" y="122118"/>
                    <a:pt x="0" y="115950"/>
                  </a:cubicBezTo>
                  <a:lnTo>
                    <a:pt x="0" y="23255"/>
                  </a:lnTo>
                  <a:cubicBezTo>
                    <a:pt x="0" y="17088"/>
                    <a:pt x="2450" y="11173"/>
                    <a:pt x="6811" y="6811"/>
                  </a:cubicBezTo>
                  <a:cubicBezTo>
                    <a:pt x="11173" y="2450"/>
                    <a:pt x="17088" y="0"/>
                    <a:pt x="2325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48738" cy="17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570561" y="3025044"/>
            <a:ext cx="9374161" cy="1965550"/>
          </a:xfrm>
          <a:custGeom>
            <a:avLst/>
            <a:gdLst/>
            <a:ahLst/>
            <a:cxnLst/>
            <a:rect r="r" b="b" t="t" l="l"/>
            <a:pathLst>
              <a:path h="1965550" w="9374161">
                <a:moveTo>
                  <a:pt x="0" y="0"/>
                </a:moveTo>
                <a:lnTo>
                  <a:pt x="9374161" y="0"/>
                </a:lnTo>
                <a:lnTo>
                  <a:pt x="9374161" y="1965550"/>
                </a:lnTo>
                <a:lnTo>
                  <a:pt x="0" y="19655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278672" y="791492"/>
            <a:ext cx="2110509" cy="1223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9499" spc="-77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03.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960654" y="885767"/>
            <a:ext cx="13470714" cy="1144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649"/>
              </a:lnSpc>
              <a:spcBef>
                <a:spcPct val="0"/>
              </a:spcBef>
            </a:pPr>
            <a:r>
              <a:rPr lang="en-US" b="true" sz="3444" spc="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Is</a:t>
            </a:r>
            <a:r>
              <a:rPr lang="en-US" b="true" sz="3444" spc="55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the academic performance affected by whether it is a girl or a boy?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963060" y="2468004"/>
            <a:ext cx="4200624" cy="36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2"/>
              </a:lnSpc>
            </a:pPr>
            <a:r>
              <a:rPr lang="en-US" sz="23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my visual: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22375" y="5520651"/>
            <a:ext cx="4200624" cy="36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2"/>
              </a:lnSpc>
            </a:pPr>
            <a:r>
              <a:rPr lang="en-US" sz="23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What do I gain?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912480" y="6717962"/>
            <a:ext cx="11660230" cy="51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There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is no difference.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12480" y="5326477"/>
            <a:ext cx="11660230" cy="3593184"/>
            <a:chOff x="0" y="0"/>
            <a:chExt cx="3903358" cy="1202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3358" cy="1202848"/>
            </a:xfrm>
            <a:custGeom>
              <a:avLst/>
              <a:gdLst/>
              <a:ahLst/>
              <a:cxnLst/>
              <a:rect r="r" b="b" t="t" l="l"/>
              <a:pathLst>
                <a:path h="1202848" w="3903358">
                  <a:moveTo>
                    <a:pt x="9959" y="0"/>
                  </a:moveTo>
                  <a:lnTo>
                    <a:pt x="3893398" y="0"/>
                  </a:lnTo>
                  <a:cubicBezTo>
                    <a:pt x="3898899" y="0"/>
                    <a:pt x="3903358" y="4459"/>
                    <a:pt x="3903358" y="9959"/>
                  </a:cubicBezTo>
                  <a:lnTo>
                    <a:pt x="3903358" y="1192889"/>
                  </a:lnTo>
                  <a:cubicBezTo>
                    <a:pt x="3903358" y="1195530"/>
                    <a:pt x="3902309" y="1198063"/>
                    <a:pt x="3900441" y="1199931"/>
                  </a:cubicBezTo>
                  <a:cubicBezTo>
                    <a:pt x="3898573" y="1201799"/>
                    <a:pt x="3896040" y="1202848"/>
                    <a:pt x="3893398" y="1202848"/>
                  </a:cubicBezTo>
                  <a:lnTo>
                    <a:pt x="9959" y="1202848"/>
                  </a:lnTo>
                  <a:cubicBezTo>
                    <a:pt x="4459" y="1202848"/>
                    <a:pt x="0" y="1198389"/>
                    <a:pt x="0" y="1192889"/>
                  </a:cubicBezTo>
                  <a:lnTo>
                    <a:pt x="0" y="9959"/>
                  </a:lnTo>
                  <a:cubicBezTo>
                    <a:pt x="0" y="4459"/>
                    <a:pt x="4459" y="0"/>
                    <a:pt x="9959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3903358" cy="1117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848571" y="8919661"/>
            <a:ext cx="3870946" cy="950141"/>
          </a:xfrm>
          <a:custGeom>
            <a:avLst/>
            <a:gdLst/>
            <a:ahLst/>
            <a:cxnLst/>
            <a:rect r="r" b="b" t="t" l="l"/>
            <a:pathLst>
              <a:path h="950141" w="3870946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472906" y="-2364815"/>
            <a:ext cx="4980952" cy="3731186"/>
          </a:xfrm>
          <a:custGeom>
            <a:avLst/>
            <a:gdLst/>
            <a:ahLst/>
            <a:cxnLst/>
            <a:rect r="r" b="b" t="t" l="l"/>
            <a:pathLst>
              <a:path h="3731186" w="4980952">
                <a:moveTo>
                  <a:pt x="0" y="0"/>
                </a:moveTo>
                <a:lnTo>
                  <a:pt x="4980951" y="0"/>
                </a:lnTo>
                <a:lnTo>
                  <a:pt x="4980951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3431074" y="8919661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848571" y="-744412"/>
            <a:ext cx="2597326" cy="2796583"/>
          </a:xfrm>
          <a:custGeom>
            <a:avLst/>
            <a:gdLst/>
            <a:ahLst/>
            <a:cxnLst/>
            <a:rect r="r" b="b" t="t" l="l"/>
            <a:pathLst>
              <a:path h="2796583" w="2597326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2550643" y="2220331"/>
            <a:ext cx="12678877" cy="2923169"/>
            <a:chOff x="0" y="0"/>
            <a:chExt cx="2349492" cy="5416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49492" cy="541685"/>
            </a:xfrm>
            <a:custGeom>
              <a:avLst/>
              <a:gdLst/>
              <a:ahLst/>
              <a:cxnLst/>
              <a:rect r="r" b="b" t="t" l="l"/>
              <a:pathLst>
                <a:path h="541685" w="2349492">
                  <a:moveTo>
                    <a:pt x="20761" y="0"/>
                  </a:moveTo>
                  <a:lnTo>
                    <a:pt x="2328731" y="0"/>
                  </a:lnTo>
                  <a:cubicBezTo>
                    <a:pt x="2340197" y="0"/>
                    <a:pt x="2349492" y="9295"/>
                    <a:pt x="2349492" y="20761"/>
                  </a:cubicBezTo>
                  <a:lnTo>
                    <a:pt x="2349492" y="520924"/>
                  </a:lnTo>
                  <a:cubicBezTo>
                    <a:pt x="2349492" y="532390"/>
                    <a:pt x="2340197" y="541685"/>
                    <a:pt x="2328731" y="541685"/>
                  </a:cubicBezTo>
                  <a:lnTo>
                    <a:pt x="20761" y="541685"/>
                  </a:lnTo>
                  <a:cubicBezTo>
                    <a:pt x="9295" y="541685"/>
                    <a:pt x="0" y="532390"/>
                    <a:pt x="0" y="520924"/>
                  </a:cubicBezTo>
                  <a:lnTo>
                    <a:pt x="0" y="20761"/>
                  </a:lnTo>
                  <a:cubicBezTo>
                    <a:pt x="0" y="9295"/>
                    <a:pt x="9295" y="0"/>
                    <a:pt x="20761" y="0"/>
                  </a:cubicBezTo>
                  <a:close/>
                </a:path>
              </a:pathLst>
            </a:custGeom>
            <a:solidFill>
              <a:srgbClr val="8AB7E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349492" cy="579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598199" y="2273830"/>
            <a:ext cx="5659443" cy="751215"/>
            <a:chOff x="0" y="0"/>
            <a:chExt cx="1048738" cy="1392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8738" cy="139206"/>
            </a:xfrm>
            <a:custGeom>
              <a:avLst/>
              <a:gdLst/>
              <a:ahLst/>
              <a:cxnLst/>
              <a:rect r="r" b="b" t="t" l="l"/>
              <a:pathLst>
                <a:path h="139206" w="1048738">
                  <a:moveTo>
                    <a:pt x="23255" y="0"/>
                  </a:moveTo>
                  <a:lnTo>
                    <a:pt x="1025482" y="0"/>
                  </a:lnTo>
                  <a:cubicBezTo>
                    <a:pt x="1031650" y="0"/>
                    <a:pt x="1037565" y="2450"/>
                    <a:pt x="1041926" y="6811"/>
                  </a:cubicBezTo>
                  <a:cubicBezTo>
                    <a:pt x="1046287" y="11173"/>
                    <a:pt x="1048738" y="17088"/>
                    <a:pt x="1048738" y="23255"/>
                  </a:cubicBezTo>
                  <a:lnTo>
                    <a:pt x="1048738" y="115950"/>
                  </a:lnTo>
                  <a:cubicBezTo>
                    <a:pt x="1048738" y="122118"/>
                    <a:pt x="1046287" y="128033"/>
                    <a:pt x="1041926" y="132394"/>
                  </a:cubicBezTo>
                  <a:cubicBezTo>
                    <a:pt x="1037565" y="136756"/>
                    <a:pt x="1031650" y="139206"/>
                    <a:pt x="1025482" y="139206"/>
                  </a:cubicBezTo>
                  <a:lnTo>
                    <a:pt x="23255" y="139206"/>
                  </a:lnTo>
                  <a:cubicBezTo>
                    <a:pt x="17088" y="139206"/>
                    <a:pt x="11173" y="136756"/>
                    <a:pt x="6811" y="132394"/>
                  </a:cubicBezTo>
                  <a:cubicBezTo>
                    <a:pt x="2450" y="128033"/>
                    <a:pt x="0" y="122118"/>
                    <a:pt x="0" y="115950"/>
                  </a:cubicBezTo>
                  <a:lnTo>
                    <a:pt x="0" y="23255"/>
                  </a:lnTo>
                  <a:cubicBezTo>
                    <a:pt x="0" y="17088"/>
                    <a:pt x="2450" y="11173"/>
                    <a:pt x="6811" y="6811"/>
                  </a:cubicBezTo>
                  <a:cubicBezTo>
                    <a:pt x="11173" y="2450"/>
                    <a:pt x="17088" y="0"/>
                    <a:pt x="2325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48738" cy="17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912480" y="5326477"/>
            <a:ext cx="5659443" cy="751215"/>
            <a:chOff x="0" y="0"/>
            <a:chExt cx="1048738" cy="1392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8738" cy="139206"/>
            </a:xfrm>
            <a:custGeom>
              <a:avLst/>
              <a:gdLst/>
              <a:ahLst/>
              <a:cxnLst/>
              <a:rect r="r" b="b" t="t" l="l"/>
              <a:pathLst>
                <a:path h="139206" w="1048738">
                  <a:moveTo>
                    <a:pt x="23255" y="0"/>
                  </a:moveTo>
                  <a:lnTo>
                    <a:pt x="1025482" y="0"/>
                  </a:lnTo>
                  <a:cubicBezTo>
                    <a:pt x="1031650" y="0"/>
                    <a:pt x="1037565" y="2450"/>
                    <a:pt x="1041926" y="6811"/>
                  </a:cubicBezTo>
                  <a:cubicBezTo>
                    <a:pt x="1046287" y="11173"/>
                    <a:pt x="1048738" y="17088"/>
                    <a:pt x="1048738" y="23255"/>
                  </a:cubicBezTo>
                  <a:lnTo>
                    <a:pt x="1048738" y="115950"/>
                  </a:lnTo>
                  <a:cubicBezTo>
                    <a:pt x="1048738" y="122118"/>
                    <a:pt x="1046287" y="128033"/>
                    <a:pt x="1041926" y="132394"/>
                  </a:cubicBezTo>
                  <a:cubicBezTo>
                    <a:pt x="1037565" y="136756"/>
                    <a:pt x="1031650" y="139206"/>
                    <a:pt x="1025482" y="139206"/>
                  </a:cubicBezTo>
                  <a:lnTo>
                    <a:pt x="23255" y="139206"/>
                  </a:lnTo>
                  <a:cubicBezTo>
                    <a:pt x="17088" y="139206"/>
                    <a:pt x="11173" y="136756"/>
                    <a:pt x="6811" y="132394"/>
                  </a:cubicBezTo>
                  <a:cubicBezTo>
                    <a:pt x="2450" y="128033"/>
                    <a:pt x="0" y="122118"/>
                    <a:pt x="0" y="115950"/>
                  </a:cubicBezTo>
                  <a:lnTo>
                    <a:pt x="0" y="23255"/>
                  </a:lnTo>
                  <a:cubicBezTo>
                    <a:pt x="0" y="17088"/>
                    <a:pt x="2450" y="11173"/>
                    <a:pt x="6811" y="6811"/>
                  </a:cubicBezTo>
                  <a:cubicBezTo>
                    <a:pt x="11173" y="2450"/>
                    <a:pt x="17088" y="0"/>
                    <a:pt x="2325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48738" cy="17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2963060" y="3082183"/>
            <a:ext cx="4310519" cy="1987119"/>
          </a:xfrm>
          <a:custGeom>
            <a:avLst/>
            <a:gdLst/>
            <a:ahLst/>
            <a:cxnLst/>
            <a:rect r="r" b="b" t="t" l="l"/>
            <a:pathLst>
              <a:path h="1987119" w="4310519">
                <a:moveTo>
                  <a:pt x="0" y="0"/>
                </a:moveTo>
                <a:lnTo>
                  <a:pt x="4310519" y="0"/>
                </a:lnTo>
                <a:lnTo>
                  <a:pt x="4310519" y="1987119"/>
                </a:lnTo>
                <a:lnTo>
                  <a:pt x="0" y="19871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571923" y="3082183"/>
            <a:ext cx="4184992" cy="1987119"/>
          </a:xfrm>
          <a:custGeom>
            <a:avLst/>
            <a:gdLst/>
            <a:ahLst/>
            <a:cxnLst/>
            <a:rect r="r" b="b" t="t" l="l"/>
            <a:pathLst>
              <a:path h="1987119" w="4184992">
                <a:moveTo>
                  <a:pt x="0" y="0"/>
                </a:moveTo>
                <a:lnTo>
                  <a:pt x="4184993" y="0"/>
                </a:lnTo>
                <a:lnTo>
                  <a:pt x="4184993" y="1987119"/>
                </a:lnTo>
                <a:lnTo>
                  <a:pt x="0" y="19871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278672" y="791492"/>
            <a:ext cx="2110509" cy="1223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9499" spc="-77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04.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913836" y="870434"/>
            <a:ext cx="13798440" cy="1144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649"/>
              </a:lnSpc>
              <a:spcBef>
                <a:spcPct val="0"/>
              </a:spcBef>
            </a:pPr>
            <a:r>
              <a:rPr lang="en-US" b="true" sz="3444" spc="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Does</a:t>
            </a:r>
            <a:r>
              <a:rPr lang="en-US" b="true" sz="3444" spc="55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the average amount of communication with family differ between genders? Is this affected by depression and anxiety?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963060" y="2468004"/>
            <a:ext cx="4200624" cy="36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2"/>
              </a:lnSpc>
            </a:pPr>
            <a:r>
              <a:rPr lang="en-US" sz="23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my visual: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22375" y="5520651"/>
            <a:ext cx="4200624" cy="36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2"/>
              </a:lnSpc>
            </a:pPr>
            <a:r>
              <a:rPr lang="en-US" sz="23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What do I gain?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771331" y="6096741"/>
            <a:ext cx="9601185" cy="2530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0"/>
              </a:lnSpc>
            </a:pPr>
            <a:r>
              <a:rPr lang="en-US" sz="239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Gender generally doesn't make a significant difference</a:t>
            </a:r>
            <a:r>
              <a:rPr lang="en-US" sz="239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 family communication when the psychological state is stable or during anxiety.</a:t>
            </a:r>
          </a:p>
          <a:p>
            <a:pPr algn="ctr">
              <a:lnSpc>
                <a:spcPts val="3350"/>
              </a:lnSpc>
            </a:pPr>
            <a:r>
              <a:rPr lang="en-US" sz="239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However, in cases of depression only:</a:t>
            </a:r>
          </a:p>
          <a:p>
            <a:pPr algn="ctr">
              <a:lnSpc>
                <a:spcPts val="3350"/>
              </a:lnSpc>
            </a:pPr>
            <a:r>
              <a:rPr lang="en-US" sz="239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🔹 Males' communication with family declines significantly (5.1).</a:t>
            </a:r>
          </a:p>
          <a:p>
            <a:pPr algn="ctr">
              <a:lnSpc>
                <a:spcPts val="3350"/>
              </a:lnSpc>
            </a:pPr>
            <a:r>
              <a:rPr lang="en-US" sz="239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🔹 Females, on the contrary, increase their communication (5.62).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06531" y="5608439"/>
            <a:ext cx="11660230" cy="3107951"/>
            <a:chOff x="0" y="0"/>
            <a:chExt cx="3903358" cy="10404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3358" cy="1040412"/>
            </a:xfrm>
            <a:custGeom>
              <a:avLst/>
              <a:gdLst/>
              <a:ahLst/>
              <a:cxnLst/>
              <a:rect r="r" b="b" t="t" l="l"/>
              <a:pathLst>
                <a:path h="1040412" w="3903358">
                  <a:moveTo>
                    <a:pt x="9959" y="0"/>
                  </a:moveTo>
                  <a:lnTo>
                    <a:pt x="3893398" y="0"/>
                  </a:lnTo>
                  <a:cubicBezTo>
                    <a:pt x="3898899" y="0"/>
                    <a:pt x="3903358" y="4459"/>
                    <a:pt x="3903358" y="9959"/>
                  </a:cubicBezTo>
                  <a:lnTo>
                    <a:pt x="3903358" y="1030453"/>
                  </a:lnTo>
                  <a:cubicBezTo>
                    <a:pt x="3903358" y="1033094"/>
                    <a:pt x="3902309" y="1035627"/>
                    <a:pt x="3900441" y="1037495"/>
                  </a:cubicBezTo>
                  <a:cubicBezTo>
                    <a:pt x="3898573" y="1039363"/>
                    <a:pt x="3896040" y="1040412"/>
                    <a:pt x="3893398" y="1040412"/>
                  </a:cubicBezTo>
                  <a:lnTo>
                    <a:pt x="9959" y="1040412"/>
                  </a:lnTo>
                  <a:cubicBezTo>
                    <a:pt x="7318" y="1040412"/>
                    <a:pt x="4785" y="1039363"/>
                    <a:pt x="2917" y="1037495"/>
                  </a:cubicBezTo>
                  <a:cubicBezTo>
                    <a:pt x="1049" y="1035627"/>
                    <a:pt x="0" y="1033094"/>
                    <a:pt x="0" y="1030453"/>
                  </a:cubicBezTo>
                  <a:lnTo>
                    <a:pt x="0" y="9959"/>
                  </a:lnTo>
                  <a:cubicBezTo>
                    <a:pt x="0" y="4459"/>
                    <a:pt x="4459" y="0"/>
                    <a:pt x="9959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3903358" cy="954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848571" y="8919661"/>
            <a:ext cx="3870946" cy="950141"/>
          </a:xfrm>
          <a:custGeom>
            <a:avLst/>
            <a:gdLst/>
            <a:ahLst/>
            <a:cxnLst/>
            <a:rect r="r" b="b" t="t" l="l"/>
            <a:pathLst>
              <a:path h="950141" w="3870946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472906" y="-2364815"/>
            <a:ext cx="4980952" cy="3731186"/>
          </a:xfrm>
          <a:custGeom>
            <a:avLst/>
            <a:gdLst/>
            <a:ahLst/>
            <a:cxnLst/>
            <a:rect r="r" b="b" t="t" l="l"/>
            <a:pathLst>
              <a:path h="3731186" w="4980952">
                <a:moveTo>
                  <a:pt x="0" y="0"/>
                </a:moveTo>
                <a:lnTo>
                  <a:pt x="4980951" y="0"/>
                </a:lnTo>
                <a:lnTo>
                  <a:pt x="4980951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3431074" y="8919661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848571" y="-744412"/>
            <a:ext cx="2597326" cy="2796583"/>
          </a:xfrm>
          <a:custGeom>
            <a:avLst/>
            <a:gdLst/>
            <a:ahLst/>
            <a:cxnLst/>
            <a:rect r="r" b="b" t="t" l="l"/>
            <a:pathLst>
              <a:path h="2796583" w="2597326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-121366" y="2622509"/>
            <a:ext cx="9021095" cy="2659193"/>
            <a:chOff x="0" y="0"/>
            <a:chExt cx="1837623" cy="5416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7623" cy="541685"/>
            </a:xfrm>
            <a:custGeom>
              <a:avLst/>
              <a:gdLst/>
              <a:ahLst/>
              <a:cxnLst/>
              <a:rect r="r" b="b" t="t" l="l"/>
              <a:pathLst>
                <a:path h="541685" w="1837623">
                  <a:moveTo>
                    <a:pt x="29179" y="0"/>
                  </a:moveTo>
                  <a:lnTo>
                    <a:pt x="1808445" y="0"/>
                  </a:lnTo>
                  <a:cubicBezTo>
                    <a:pt x="1824560" y="0"/>
                    <a:pt x="1837623" y="13064"/>
                    <a:pt x="1837623" y="29179"/>
                  </a:cubicBezTo>
                  <a:lnTo>
                    <a:pt x="1837623" y="512507"/>
                  </a:lnTo>
                  <a:cubicBezTo>
                    <a:pt x="1837623" y="528622"/>
                    <a:pt x="1824560" y="541685"/>
                    <a:pt x="1808445" y="541685"/>
                  </a:cubicBezTo>
                  <a:lnTo>
                    <a:pt x="29179" y="541685"/>
                  </a:lnTo>
                  <a:cubicBezTo>
                    <a:pt x="13064" y="541685"/>
                    <a:pt x="0" y="528622"/>
                    <a:pt x="0" y="512507"/>
                  </a:cubicBezTo>
                  <a:lnTo>
                    <a:pt x="0" y="29179"/>
                  </a:lnTo>
                  <a:cubicBezTo>
                    <a:pt x="0" y="13064"/>
                    <a:pt x="13064" y="0"/>
                    <a:pt x="29179" y="0"/>
                  </a:cubicBezTo>
                  <a:close/>
                </a:path>
              </a:pathLst>
            </a:custGeom>
            <a:solidFill>
              <a:srgbClr val="8AB7E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37623" cy="579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121366" y="2622509"/>
            <a:ext cx="5148368" cy="683377"/>
            <a:chOff x="0" y="0"/>
            <a:chExt cx="1048738" cy="1392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8738" cy="139206"/>
            </a:xfrm>
            <a:custGeom>
              <a:avLst/>
              <a:gdLst/>
              <a:ahLst/>
              <a:cxnLst/>
              <a:rect r="r" b="b" t="t" l="l"/>
              <a:pathLst>
                <a:path h="139206" w="1048738">
                  <a:moveTo>
                    <a:pt x="25564" y="0"/>
                  </a:moveTo>
                  <a:lnTo>
                    <a:pt x="1023174" y="0"/>
                  </a:lnTo>
                  <a:cubicBezTo>
                    <a:pt x="1029954" y="0"/>
                    <a:pt x="1036456" y="2693"/>
                    <a:pt x="1041250" y="7488"/>
                  </a:cubicBezTo>
                  <a:cubicBezTo>
                    <a:pt x="1046044" y="12282"/>
                    <a:pt x="1048738" y="18784"/>
                    <a:pt x="1048738" y="25564"/>
                  </a:cubicBezTo>
                  <a:lnTo>
                    <a:pt x="1048738" y="113642"/>
                  </a:lnTo>
                  <a:cubicBezTo>
                    <a:pt x="1048738" y="120422"/>
                    <a:pt x="1046044" y="126924"/>
                    <a:pt x="1041250" y="131718"/>
                  </a:cubicBezTo>
                  <a:cubicBezTo>
                    <a:pt x="1036456" y="136512"/>
                    <a:pt x="1029954" y="139206"/>
                    <a:pt x="1023174" y="139206"/>
                  </a:cubicBezTo>
                  <a:lnTo>
                    <a:pt x="25564" y="139206"/>
                  </a:lnTo>
                  <a:cubicBezTo>
                    <a:pt x="18784" y="139206"/>
                    <a:pt x="12282" y="136512"/>
                    <a:pt x="7488" y="131718"/>
                  </a:cubicBezTo>
                  <a:cubicBezTo>
                    <a:pt x="2693" y="126924"/>
                    <a:pt x="0" y="120422"/>
                    <a:pt x="0" y="113642"/>
                  </a:cubicBezTo>
                  <a:lnTo>
                    <a:pt x="0" y="25564"/>
                  </a:lnTo>
                  <a:cubicBezTo>
                    <a:pt x="0" y="18784"/>
                    <a:pt x="2693" y="12282"/>
                    <a:pt x="7488" y="7488"/>
                  </a:cubicBezTo>
                  <a:cubicBezTo>
                    <a:pt x="12282" y="2693"/>
                    <a:pt x="18784" y="0"/>
                    <a:pt x="2556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48738" cy="17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906531" y="5608439"/>
            <a:ext cx="5659443" cy="751215"/>
            <a:chOff x="0" y="0"/>
            <a:chExt cx="1048738" cy="1392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8738" cy="139206"/>
            </a:xfrm>
            <a:custGeom>
              <a:avLst/>
              <a:gdLst/>
              <a:ahLst/>
              <a:cxnLst/>
              <a:rect r="r" b="b" t="t" l="l"/>
              <a:pathLst>
                <a:path h="139206" w="1048738">
                  <a:moveTo>
                    <a:pt x="23255" y="0"/>
                  </a:moveTo>
                  <a:lnTo>
                    <a:pt x="1025482" y="0"/>
                  </a:lnTo>
                  <a:cubicBezTo>
                    <a:pt x="1031650" y="0"/>
                    <a:pt x="1037565" y="2450"/>
                    <a:pt x="1041926" y="6811"/>
                  </a:cubicBezTo>
                  <a:cubicBezTo>
                    <a:pt x="1046287" y="11173"/>
                    <a:pt x="1048738" y="17088"/>
                    <a:pt x="1048738" y="23255"/>
                  </a:cubicBezTo>
                  <a:lnTo>
                    <a:pt x="1048738" y="115950"/>
                  </a:lnTo>
                  <a:cubicBezTo>
                    <a:pt x="1048738" y="122118"/>
                    <a:pt x="1046287" y="128033"/>
                    <a:pt x="1041926" y="132394"/>
                  </a:cubicBezTo>
                  <a:cubicBezTo>
                    <a:pt x="1037565" y="136756"/>
                    <a:pt x="1031650" y="139206"/>
                    <a:pt x="1025482" y="139206"/>
                  </a:cubicBezTo>
                  <a:lnTo>
                    <a:pt x="23255" y="139206"/>
                  </a:lnTo>
                  <a:cubicBezTo>
                    <a:pt x="17088" y="139206"/>
                    <a:pt x="11173" y="136756"/>
                    <a:pt x="6811" y="132394"/>
                  </a:cubicBezTo>
                  <a:cubicBezTo>
                    <a:pt x="2450" y="128033"/>
                    <a:pt x="0" y="122118"/>
                    <a:pt x="0" y="115950"/>
                  </a:cubicBezTo>
                  <a:lnTo>
                    <a:pt x="0" y="23255"/>
                  </a:lnTo>
                  <a:cubicBezTo>
                    <a:pt x="0" y="17088"/>
                    <a:pt x="2450" y="11173"/>
                    <a:pt x="6811" y="6811"/>
                  </a:cubicBezTo>
                  <a:cubicBezTo>
                    <a:pt x="11173" y="2450"/>
                    <a:pt x="17088" y="0"/>
                    <a:pt x="2325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48738" cy="17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207582" y="3343271"/>
            <a:ext cx="8554353" cy="1822265"/>
          </a:xfrm>
          <a:custGeom>
            <a:avLst/>
            <a:gdLst/>
            <a:ahLst/>
            <a:cxnLst/>
            <a:rect r="r" b="b" t="t" l="l"/>
            <a:pathLst>
              <a:path h="1822265" w="8554353">
                <a:moveTo>
                  <a:pt x="0" y="0"/>
                </a:moveTo>
                <a:lnTo>
                  <a:pt x="8554354" y="0"/>
                </a:lnTo>
                <a:lnTo>
                  <a:pt x="8554354" y="1822265"/>
                </a:lnTo>
                <a:lnTo>
                  <a:pt x="0" y="182226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97619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23381" y="813832"/>
            <a:ext cx="2110509" cy="1223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9499" spc="-77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05.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005363" y="908107"/>
            <a:ext cx="13470714" cy="1144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649"/>
              </a:lnSpc>
              <a:spcBef>
                <a:spcPct val="0"/>
              </a:spcBef>
            </a:pPr>
            <a:r>
              <a:rPr lang="en-US" b="true" sz="3444" spc="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Does</a:t>
            </a:r>
            <a:r>
              <a:rPr lang="en-US" b="true" sz="3444" spc="55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the average time spent learning vary with increased anxiety and depression for both genders?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0887" y="2799148"/>
            <a:ext cx="3821287" cy="330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7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my visual: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16426" y="5802613"/>
            <a:ext cx="4200624" cy="36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2"/>
              </a:lnSpc>
            </a:pPr>
            <a:r>
              <a:rPr lang="en-US" sz="23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What do I gain?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720935" y="6445379"/>
            <a:ext cx="10082002" cy="2147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6299" indent="-223150" lvl="1">
              <a:lnSpc>
                <a:spcPts val="2894"/>
              </a:lnSpc>
              <a:buFont typeface="Arial"/>
              <a:buChar char="•"/>
            </a:pPr>
            <a:r>
              <a:rPr lang="en-US" sz="20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Education time is very short and almost constant (≈ 1 hour), regardless of psychological state or gender.</a:t>
            </a:r>
          </a:p>
          <a:p>
            <a:pPr algn="just" marL="446299" indent="-223150" lvl="1">
              <a:lnSpc>
                <a:spcPts val="2894"/>
              </a:lnSpc>
              <a:buFont typeface="Arial"/>
              <a:buChar char="•"/>
            </a:pPr>
            <a:r>
              <a:rPr lang="en-US" sz="20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Gaming time increases with anxiety (possibly as an escape mechanism).</a:t>
            </a:r>
          </a:p>
          <a:p>
            <a:pPr algn="just" marL="446299" indent="-223150" lvl="1">
              <a:lnSpc>
                <a:spcPts val="2894"/>
              </a:lnSpc>
              <a:buFont typeface="Arial"/>
              <a:buChar char="•"/>
            </a:pPr>
            <a:r>
              <a:rPr lang="en-US" sz="20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Social media time is always highest (≈ 2.5 hours) → whether anxiety/depression is present or not.</a:t>
            </a:r>
          </a:p>
          <a:p>
            <a:pPr algn="just" marL="446299" indent="-223150" lvl="1">
              <a:lnSpc>
                <a:spcPts val="2894"/>
              </a:lnSpc>
              <a:buFont typeface="Arial"/>
              <a:buChar char="•"/>
            </a:pPr>
            <a:r>
              <a:rPr lang="en-US" sz="20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differences between boys and girls are not significant.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144000" y="2716309"/>
            <a:ext cx="9100436" cy="2682581"/>
            <a:chOff x="0" y="0"/>
            <a:chExt cx="1837623" cy="54168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37623" cy="541685"/>
            </a:xfrm>
            <a:custGeom>
              <a:avLst/>
              <a:gdLst/>
              <a:ahLst/>
              <a:cxnLst/>
              <a:rect r="r" b="b" t="t" l="l"/>
              <a:pathLst>
                <a:path h="541685" w="1837623">
                  <a:moveTo>
                    <a:pt x="28924" y="0"/>
                  </a:moveTo>
                  <a:lnTo>
                    <a:pt x="1808699" y="0"/>
                  </a:lnTo>
                  <a:cubicBezTo>
                    <a:pt x="1824674" y="0"/>
                    <a:pt x="1837623" y="12950"/>
                    <a:pt x="1837623" y="28924"/>
                  </a:cubicBezTo>
                  <a:lnTo>
                    <a:pt x="1837623" y="512761"/>
                  </a:lnTo>
                  <a:cubicBezTo>
                    <a:pt x="1837623" y="528735"/>
                    <a:pt x="1824674" y="541685"/>
                    <a:pt x="1808699" y="541685"/>
                  </a:cubicBezTo>
                  <a:lnTo>
                    <a:pt x="28924" y="541685"/>
                  </a:lnTo>
                  <a:cubicBezTo>
                    <a:pt x="12950" y="541685"/>
                    <a:pt x="0" y="528735"/>
                    <a:pt x="0" y="512761"/>
                  </a:cubicBezTo>
                  <a:lnTo>
                    <a:pt x="0" y="28924"/>
                  </a:lnTo>
                  <a:cubicBezTo>
                    <a:pt x="0" y="12950"/>
                    <a:pt x="12950" y="0"/>
                    <a:pt x="28924" y="0"/>
                  </a:cubicBezTo>
                  <a:close/>
                </a:path>
              </a:pathLst>
            </a:custGeom>
            <a:solidFill>
              <a:srgbClr val="8AB7E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837623" cy="579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44000" y="2716309"/>
            <a:ext cx="5193648" cy="689387"/>
            <a:chOff x="0" y="0"/>
            <a:chExt cx="1048738" cy="13920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8738" cy="139206"/>
            </a:xfrm>
            <a:custGeom>
              <a:avLst/>
              <a:gdLst/>
              <a:ahLst/>
              <a:cxnLst/>
              <a:rect r="r" b="b" t="t" l="l"/>
              <a:pathLst>
                <a:path h="139206" w="1048738">
                  <a:moveTo>
                    <a:pt x="25341" y="0"/>
                  </a:moveTo>
                  <a:lnTo>
                    <a:pt x="1023396" y="0"/>
                  </a:lnTo>
                  <a:cubicBezTo>
                    <a:pt x="1030117" y="0"/>
                    <a:pt x="1036563" y="2670"/>
                    <a:pt x="1041315" y="7422"/>
                  </a:cubicBezTo>
                  <a:cubicBezTo>
                    <a:pt x="1046068" y="12175"/>
                    <a:pt x="1048738" y="18620"/>
                    <a:pt x="1048738" y="25341"/>
                  </a:cubicBezTo>
                  <a:lnTo>
                    <a:pt x="1048738" y="113865"/>
                  </a:lnTo>
                  <a:cubicBezTo>
                    <a:pt x="1048738" y="120586"/>
                    <a:pt x="1046068" y="127031"/>
                    <a:pt x="1041315" y="131784"/>
                  </a:cubicBezTo>
                  <a:cubicBezTo>
                    <a:pt x="1036563" y="136536"/>
                    <a:pt x="1030117" y="139206"/>
                    <a:pt x="1023396" y="139206"/>
                  </a:cubicBezTo>
                  <a:lnTo>
                    <a:pt x="25341" y="139206"/>
                  </a:lnTo>
                  <a:cubicBezTo>
                    <a:pt x="18620" y="139206"/>
                    <a:pt x="12175" y="136536"/>
                    <a:pt x="7422" y="131784"/>
                  </a:cubicBezTo>
                  <a:cubicBezTo>
                    <a:pt x="2670" y="127031"/>
                    <a:pt x="0" y="120586"/>
                    <a:pt x="0" y="113865"/>
                  </a:cubicBezTo>
                  <a:lnTo>
                    <a:pt x="0" y="25341"/>
                  </a:lnTo>
                  <a:cubicBezTo>
                    <a:pt x="0" y="18620"/>
                    <a:pt x="2670" y="12175"/>
                    <a:pt x="7422" y="7422"/>
                  </a:cubicBezTo>
                  <a:cubicBezTo>
                    <a:pt x="12175" y="2670"/>
                    <a:pt x="18620" y="0"/>
                    <a:pt x="25341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48738" cy="17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9475842" y="3443410"/>
            <a:ext cx="8629590" cy="1838292"/>
          </a:xfrm>
          <a:custGeom>
            <a:avLst/>
            <a:gdLst/>
            <a:ahLst/>
            <a:cxnLst/>
            <a:rect r="r" b="b" t="t" l="l"/>
            <a:pathLst>
              <a:path h="1838292" w="8629590">
                <a:moveTo>
                  <a:pt x="0" y="0"/>
                </a:moveTo>
                <a:lnTo>
                  <a:pt x="8629590" y="0"/>
                </a:lnTo>
                <a:lnTo>
                  <a:pt x="8629590" y="1838292"/>
                </a:lnTo>
                <a:lnTo>
                  <a:pt x="0" y="18382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97619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9307680" y="2894501"/>
            <a:ext cx="3854896" cy="333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2"/>
              </a:lnSpc>
            </a:pPr>
            <a:r>
              <a:rPr lang="en-US" sz="219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my visual: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DAGwW5_nomY</dc:identifier>
  <dcterms:modified xsi:type="dcterms:W3CDTF">2011-08-01T06:04:30Z</dcterms:modified>
  <cp:revision>1</cp:revision>
  <dc:title>Green and White Simple UI Computer Group Project Presentation</dc:title>
</cp:coreProperties>
</file>